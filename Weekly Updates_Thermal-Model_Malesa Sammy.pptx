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56" r:id="rId5"/>
    <p:sldId id="257" r:id="rId6"/>
    <p:sldId id="260" r:id="rId7"/>
    <p:sldId id="259" r:id="rId8"/>
    <p:sldId id="262" r:id="rId9"/>
    <p:sldId id="268" r:id="rId10"/>
    <p:sldId id="264" r:id="rId11"/>
    <p:sldId id="263" r:id="rId12"/>
    <p:sldId id="267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6C6EA-C868-9469-472F-00103E239A68}" v="692" dt="2026-04-21T18:58:20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esa Sammy" userId="S::malesa@urbanelectricpower.onmicrosoft.com::675f0556-57f8-4ad6-95ca-1eee0b6fca7e" providerId="AD" clId="Web-{4996C6EA-C868-9469-472F-00103E239A68}"/>
    <pc:docChg chg="addSld delSld modSld sldOrd">
      <pc:chgData name="Malesa Sammy" userId="S::malesa@urbanelectricpower.onmicrosoft.com::675f0556-57f8-4ad6-95ca-1eee0b6fca7e" providerId="AD" clId="Web-{4996C6EA-C868-9469-472F-00103E239A68}" dt="2026-04-21T18:58:19.643" v="447" actId="20577"/>
      <pc:docMkLst>
        <pc:docMk/>
      </pc:docMkLst>
      <pc:sldChg chg="addSp modSp">
        <pc:chgData name="Malesa Sammy" userId="S::malesa@urbanelectricpower.onmicrosoft.com::675f0556-57f8-4ad6-95ca-1eee0b6fca7e" providerId="AD" clId="Web-{4996C6EA-C868-9469-472F-00103E239A68}" dt="2026-04-20T18:45:17.719" v="146" actId="20577"/>
        <pc:sldMkLst>
          <pc:docMk/>
          <pc:sldMk cId="4215961692" sldId="260"/>
        </pc:sldMkLst>
        <pc:spChg chg="add mod">
          <ac:chgData name="Malesa Sammy" userId="S::malesa@urbanelectricpower.onmicrosoft.com::675f0556-57f8-4ad6-95ca-1eee0b6fca7e" providerId="AD" clId="Web-{4996C6EA-C868-9469-472F-00103E239A68}" dt="2026-04-20T18:45:17.719" v="146" actId="20577"/>
          <ac:spMkLst>
            <pc:docMk/>
            <pc:sldMk cId="4215961692" sldId="260"/>
            <ac:spMk id="5" creationId="{D80866D3-816B-9A54-4C05-00D745532F15}"/>
          </ac:spMkLst>
        </pc:spChg>
        <pc:picChg chg="add mod">
          <ac:chgData name="Malesa Sammy" userId="S::malesa@urbanelectricpower.onmicrosoft.com::675f0556-57f8-4ad6-95ca-1eee0b6fca7e" providerId="AD" clId="Web-{4996C6EA-C868-9469-472F-00103E239A68}" dt="2026-04-20T18:42:35.976" v="4" actId="14100"/>
          <ac:picMkLst>
            <pc:docMk/>
            <pc:sldMk cId="4215961692" sldId="260"/>
            <ac:picMk id="3" creationId="{97470EE0-AE91-92A7-EBFF-002E33D68976}"/>
          </ac:picMkLst>
        </pc:picChg>
        <pc:picChg chg="add mod modCrop">
          <ac:chgData name="Malesa Sammy" userId="S::malesa@urbanelectricpower.onmicrosoft.com::675f0556-57f8-4ad6-95ca-1eee0b6fca7e" providerId="AD" clId="Web-{4996C6EA-C868-9469-472F-00103E239A68}" dt="2026-04-20T18:43:19.855" v="11" actId="14100"/>
          <ac:picMkLst>
            <pc:docMk/>
            <pc:sldMk cId="4215961692" sldId="260"/>
            <ac:picMk id="4" creationId="{FC765B5F-4CFE-43AE-7220-5141C0C22B07}"/>
          </ac:picMkLst>
        </pc:picChg>
      </pc:sldChg>
      <pc:sldChg chg="del">
        <pc:chgData name="Malesa Sammy" userId="S::malesa@urbanelectricpower.onmicrosoft.com::675f0556-57f8-4ad6-95ca-1eee0b6fca7e" providerId="AD" clId="Web-{4996C6EA-C868-9469-472F-00103E239A68}" dt="2026-04-20T18:45:30.862" v="147"/>
        <pc:sldMkLst>
          <pc:docMk/>
          <pc:sldMk cId="1180291138" sldId="263"/>
        </pc:sldMkLst>
      </pc:sldChg>
      <pc:sldChg chg="addSp delSp modSp add replId">
        <pc:chgData name="Malesa Sammy" userId="S::malesa@urbanelectricpower.onmicrosoft.com::675f0556-57f8-4ad6-95ca-1eee0b6fca7e" providerId="AD" clId="Web-{4996C6EA-C868-9469-472F-00103E239A68}" dt="2026-04-21T16:22:43.581" v="232" actId="14100"/>
        <pc:sldMkLst>
          <pc:docMk/>
          <pc:sldMk cId="3967396140" sldId="263"/>
        </pc:sldMkLst>
        <pc:spChg chg="del">
          <ac:chgData name="Malesa Sammy" userId="S::malesa@urbanelectricpower.onmicrosoft.com::675f0556-57f8-4ad6-95ca-1eee0b6fca7e" providerId="AD" clId="Web-{4996C6EA-C868-9469-472F-00103E239A68}" dt="2026-04-20T18:45:45.004" v="165"/>
          <ac:spMkLst>
            <pc:docMk/>
            <pc:sldMk cId="3967396140" sldId="263"/>
            <ac:spMk id="3" creationId="{B15E7776-F4A5-AE2D-F684-6051E5E22855}"/>
          </ac:spMkLst>
        </pc:spChg>
        <pc:spChg chg="mod">
          <ac:chgData name="Malesa Sammy" userId="S::malesa@urbanelectricpower.onmicrosoft.com::675f0556-57f8-4ad6-95ca-1eee0b6fca7e" providerId="AD" clId="Web-{4996C6EA-C868-9469-472F-00103E239A68}" dt="2026-04-20T18:46:02.585" v="171" actId="20577"/>
          <ac:spMkLst>
            <pc:docMk/>
            <pc:sldMk cId="3967396140" sldId="263"/>
            <ac:spMk id="5" creationId="{FCC7AF7E-B304-4442-96AD-5EF19EE32DEE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64"/>
          <ac:spMkLst>
            <pc:docMk/>
            <pc:sldMk cId="3967396140" sldId="263"/>
            <ac:spMk id="6" creationId="{6104B96E-4E9A-EAA2-C5EF-4496B2960004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63"/>
          <ac:spMkLst>
            <pc:docMk/>
            <pc:sldMk cId="3967396140" sldId="263"/>
            <ac:spMk id="10" creationId="{3965B39B-E318-A659-18FB-D58E3079E3CE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62"/>
          <ac:spMkLst>
            <pc:docMk/>
            <pc:sldMk cId="3967396140" sldId="263"/>
            <ac:spMk id="14" creationId="{43F63F34-2008-6082-7420-96A9701CDA34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61"/>
          <ac:spMkLst>
            <pc:docMk/>
            <pc:sldMk cId="3967396140" sldId="263"/>
            <ac:spMk id="18" creationId="{DAA9176B-A67C-3804-300F-68EE9105C4F2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60"/>
          <ac:spMkLst>
            <pc:docMk/>
            <pc:sldMk cId="3967396140" sldId="263"/>
            <ac:spMk id="22" creationId="{F8A45DC5-546E-DE71-B8CE-EB69A46D772F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59"/>
          <ac:spMkLst>
            <pc:docMk/>
            <pc:sldMk cId="3967396140" sldId="263"/>
            <ac:spMk id="26" creationId="{6009B9EF-BC90-04FD-FEC8-A5E2BF8A4CC5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58"/>
          <ac:spMkLst>
            <pc:docMk/>
            <pc:sldMk cId="3967396140" sldId="263"/>
            <ac:spMk id="30" creationId="{C81B7351-DE19-8283-5B41-DC8CDC7D68C5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57"/>
          <ac:spMkLst>
            <pc:docMk/>
            <pc:sldMk cId="3967396140" sldId="263"/>
            <ac:spMk id="34" creationId="{BEE73230-3F64-61E1-693D-06E5991A7A81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56"/>
          <ac:spMkLst>
            <pc:docMk/>
            <pc:sldMk cId="3967396140" sldId="263"/>
            <ac:spMk id="38" creationId="{6FEC6DA7-4E01-86F7-7B10-3AA233C9A200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55"/>
          <ac:spMkLst>
            <pc:docMk/>
            <pc:sldMk cId="3967396140" sldId="263"/>
            <ac:spMk id="42" creationId="{92981B9C-AD2B-8979-3D82-A0704BE50A69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54"/>
          <ac:spMkLst>
            <pc:docMk/>
            <pc:sldMk cId="3967396140" sldId="263"/>
            <ac:spMk id="46" creationId="{6192D55D-C5FD-004E-7EE3-948A19947C2E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53"/>
          <ac:spMkLst>
            <pc:docMk/>
            <pc:sldMk cId="3967396140" sldId="263"/>
            <ac:spMk id="50" creationId="{CA520AE2-B8B2-906A-7E2A-FB283F6282F5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51"/>
          <ac:spMkLst>
            <pc:docMk/>
            <pc:sldMk cId="3967396140" sldId="263"/>
            <ac:spMk id="58" creationId="{B467C338-EEFC-516D-07CB-D646697F0278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50"/>
          <ac:spMkLst>
            <pc:docMk/>
            <pc:sldMk cId="3967396140" sldId="263"/>
            <ac:spMk id="61" creationId="{E392089A-FB36-B990-532D-C607B4C8C295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18:45:45.004" v="149"/>
          <ac:spMkLst>
            <pc:docMk/>
            <pc:sldMk cId="3967396140" sldId="263"/>
            <ac:spMk id="63" creationId="{4B3AF433-E97B-CD4F-AF54-FEAEC2D98EFC}"/>
          </ac:spMkLst>
        </pc:spChg>
        <pc:graphicFrameChg chg="del">
          <ac:chgData name="Malesa Sammy" userId="S::malesa@urbanelectricpower.onmicrosoft.com::675f0556-57f8-4ad6-95ca-1eee0b6fca7e" providerId="AD" clId="Web-{4996C6EA-C868-9469-472F-00103E239A68}" dt="2026-04-20T18:45:45.004" v="152"/>
          <ac:graphicFrameMkLst>
            <pc:docMk/>
            <pc:sldMk cId="3967396140" sldId="263"/>
            <ac:graphicFrameMk id="54" creationId="{025A8D76-4BE0-67A7-A720-EC4755907BBD}"/>
          </ac:graphicFrameMkLst>
        </pc:graphicFrameChg>
        <pc:picChg chg="add mod">
          <ac:chgData name="Malesa Sammy" userId="S::malesa@urbanelectricpower.onmicrosoft.com::675f0556-57f8-4ad6-95ca-1eee0b6fca7e" providerId="AD" clId="Web-{4996C6EA-C868-9469-472F-00103E239A68}" dt="2026-04-21T16:22:43.581" v="232" actId="14100"/>
          <ac:picMkLst>
            <pc:docMk/>
            <pc:sldMk cId="3967396140" sldId="263"/>
            <ac:picMk id="2" creationId="{BEB2D66D-5E77-5652-9FCC-00A9914E5533}"/>
          </ac:picMkLst>
        </pc:picChg>
      </pc:sldChg>
      <pc:sldChg chg="addSp delSp modSp add ord replId">
        <pc:chgData name="Malesa Sammy" userId="S::malesa@urbanelectricpower.onmicrosoft.com::675f0556-57f8-4ad6-95ca-1eee0b6fca7e" providerId="AD" clId="Web-{4996C6EA-C868-9469-472F-00103E239A68}" dt="2026-04-21T17:56:05.622" v="346" actId="14100"/>
        <pc:sldMkLst>
          <pc:docMk/>
          <pc:sldMk cId="4006580245" sldId="264"/>
        </pc:sldMkLst>
        <pc:spChg chg="add del mod">
          <ac:chgData name="Malesa Sammy" userId="S::malesa@urbanelectricpower.onmicrosoft.com::675f0556-57f8-4ad6-95ca-1eee0b6fca7e" providerId="AD" clId="Web-{4996C6EA-C868-9469-472F-00103E239A68}" dt="2026-04-21T17:49:34.208" v="279"/>
          <ac:spMkLst>
            <pc:docMk/>
            <pc:sldMk cId="4006580245" sldId="264"/>
            <ac:spMk id="3" creationId="{3B75071A-5E3F-772E-0230-F6A1E7474F53}"/>
          </ac:spMkLst>
        </pc:spChg>
        <pc:spChg chg="add mod">
          <ac:chgData name="Malesa Sammy" userId="S::malesa@urbanelectricpower.onmicrosoft.com::675f0556-57f8-4ad6-95ca-1eee0b6fca7e" providerId="AD" clId="Web-{4996C6EA-C868-9469-472F-00103E239A68}" dt="2026-04-21T17:53:28.211" v="327" actId="20577"/>
          <ac:spMkLst>
            <pc:docMk/>
            <pc:sldMk cId="4006580245" sldId="264"/>
            <ac:spMk id="4" creationId="{018FA961-E2E1-43AD-A3D2-C0599AF18855}"/>
          </ac:spMkLst>
        </pc:spChg>
        <pc:spChg chg="mod">
          <ac:chgData name="Malesa Sammy" userId="S::malesa@urbanelectricpower.onmicrosoft.com::675f0556-57f8-4ad6-95ca-1eee0b6fca7e" providerId="AD" clId="Web-{4996C6EA-C868-9469-472F-00103E239A68}" dt="2026-04-21T17:49:19.551" v="278" actId="20577"/>
          <ac:spMkLst>
            <pc:docMk/>
            <pc:sldMk cId="4006580245" sldId="264"/>
            <ac:spMk id="5" creationId="{2F753F08-BC81-F3BC-4DDE-6283B670D1A5}"/>
          </ac:spMkLst>
        </pc:spChg>
        <pc:picChg chg="del">
          <ac:chgData name="Malesa Sammy" userId="S::malesa@urbanelectricpower.onmicrosoft.com::675f0556-57f8-4ad6-95ca-1eee0b6fca7e" providerId="AD" clId="Web-{4996C6EA-C868-9469-472F-00103E239A68}" dt="2026-04-20T19:33:37.012" v="177"/>
          <ac:picMkLst>
            <pc:docMk/>
            <pc:sldMk cId="4006580245" sldId="264"/>
            <ac:picMk id="2" creationId="{6228583E-9AB9-2178-C11A-DAF29822A473}"/>
          </ac:picMkLst>
        </pc:picChg>
        <pc:picChg chg="add del mod">
          <ac:chgData name="Malesa Sammy" userId="S::malesa@urbanelectricpower.onmicrosoft.com::675f0556-57f8-4ad6-95ca-1eee0b6fca7e" providerId="AD" clId="Web-{4996C6EA-C868-9469-472F-00103E239A68}" dt="2026-04-21T17:48:59.692" v="270"/>
          <ac:picMkLst>
            <pc:docMk/>
            <pc:sldMk cId="4006580245" sldId="264"/>
            <ac:picMk id="2" creationId="{BDB39B4F-816E-C964-8E6D-990DC0647AF5}"/>
          </ac:picMkLst>
        </pc:picChg>
        <pc:picChg chg="add mod">
          <ac:chgData name="Malesa Sammy" userId="S::malesa@urbanelectricpower.onmicrosoft.com::675f0556-57f8-4ad6-95ca-1eee0b6fca7e" providerId="AD" clId="Web-{4996C6EA-C868-9469-472F-00103E239A68}" dt="2026-04-21T17:55:58.310" v="344" actId="1076"/>
          <ac:picMkLst>
            <pc:docMk/>
            <pc:sldMk cId="4006580245" sldId="264"/>
            <ac:picMk id="6" creationId="{ADCE590B-9DC4-75D9-01E9-425170997E59}"/>
          </ac:picMkLst>
        </pc:picChg>
        <pc:picChg chg="add mod">
          <ac:chgData name="Malesa Sammy" userId="S::malesa@urbanelectricpower.onmicrosoft.com::675f0556-57f8-4ad6-95ca-1eee0b6fca7e" providerId="AD" clId="Web-{4996C6EA-C868-9469-472F-00103E239A68}" dt="2026-04-21T17:56:05.622" v="346" actId="14100"/>
          <ac:picMkLst>
            <pc:docMk/>
            <pc:sldMk cId="4006580245" sldId="264"/>
            <ac:picMk id="7" creationId="{6D0E7F9C-E5C6-B7C9-7EE1-01285C95F34B}"/>
          </ac:picMkLst>
        </pc:picChg>
        <pc:picChg chg="add mod modCrop">
          <ac:chgData name="Malesa Sammy" userId="S::malesa@urbanelectricpower.onmicrosoft.com::675f0556-57f8-4ad6-95ca-1eee0b6fca7e" providerId="AD" clId="Web-{4996C6EA-C868-9469-472F-00103E239A68}" dt="2026-04-21T17:55:54.200" v="341" actId="14100"/>
          <ac:picMkLst>
            <pc:docMk/>
            <pc:sldMk cId="4006580245" sldId="264"/>
            <ac:picMk id="8" creationId="{27DD34F7-EA06-A066-18C4-CBBBE4300AB4}"/>
          </ac:picMkLst>
        </pc:picChg>
      </pc:sldChg>
      <pc:sldChg chg="addSp delSp modSp add replId">
        <pc:chgData name="Malesa Sammy" userId="S::malesa@urbanelectricpower.onmicrosoft.com::675f0556-57f8-4ad6-95ca-1eee0b6fca7e" providerId="AD" clId="Web-{4996C6EA-C868-9469-472F-00103E239A68}" dt="2026-04-21T17:47:14.269" v="268" actId="14100"/>
        <pc:sldMkLst>
          <pc:docMk/>
          <pc:sldMk cId="1789993737" sldId="265"/>
        </pc:sldMkLst>
        <pc:spChg chg="add del mod">
          <ac:chgData name="Malesa Sammy" userId="S::malesa@urbanelectricpower.onmicrosoft.com::675f0556-57f8-4ad6-95ca-1eee0b6fca7e" providerId="AD" clId="Web-{4996C6EA-C868-9469-472F-00103E239A68}" dt="2026-04-21T17:47:10.191" v="267"/>
          <ac:spMkLst>
            <pc:docMk/>
            <pc:sldMk cId="1789993737" sldId="265"/>
            <ac:spMk id="3" creationId="{3FE9B2E8-7ADF-8E0B-E81C-FAE09FDD3E48}"/>
          </ac:spMkLst>
        </pc:spChg>
        <pc:spChg chg="del">
          <ac:chgData name="Malesa Sammy" userId="S::malesa@urbanelectricpower.onmicrosoft.com::675f0556-57f8-4ad6-95ca-1eee0b6fca7e" providerId="AD" clId="Web-{4996C6EA-C868-9469-472F-00103E239A68}" dt="2026-04-20T20:39:19.599" v="219"/>
          <ac:spMkLst>
            <pc:docMk/>
            <pc:sldMk cId="1789993737" sldId="265"/>
            <ac:spMk id="3" creationId="{8CFD6882-25AF-103E-BCCF-B6CC25690663}"/>
          </ac:spMkLst>
        </pc:spChg>
        <pc:spChg chg="mod">
          <ac:chgData name="Malesa Sammy" userId="S::malesa@urbanelectricpower.onmicrosoft.com::675f0556-57f8-4ad6-95ca-1eee0b6fca7e" providerId="AD" clId="Web-{4996C6EA-C868-9469-472F-00103E239A68}" dt="2026-04-21T17:47:06.613" v="266" actId="20577"/>
          <ac:spMkLst>
            <pc:docMk/>
            <pc:sldMk cId="1789993737" sldId="265"/>
            <ac:spMk id="5" creationId="{C153F06D-706B-1559-26BC-A82633F520D6}"/>
          </ac:spMkLst>
        </pc:spChg>
        <pc:picChg chg="del">
          <ac:chgData name="Malesa Sammy" userId="S::malesa@urbanelectricpower.onmicrosoft.com::675f0556-57f8-4ad6-95ca-1eee0b6fca7e" providerId="AD" clId="Web-{4996C6EA-C868-9469-472F-00103E239A68}" dt="2026-04-20T20:39:19.599" v="220"/>
          <ac:picMkLst>
            <pc:docMk/>
            <pc:sldMk cId="1789993737" sldId="265"/>
            <ac:picMk id="2" creationId="{8A3C3F74-948D-866E-BD7C-7B57660DEF55}"/>
          </ac:picMkLst>
        </pc:picChg>
        <pc:picChg chg="add mod">
          <ac:chgData name="Malesa Sammy" userId="S::malesa@urbanelectricpower.onmicrosoft.com::675f0556-57f8-4ad6-95ca-1eee0b6fca7e" providerId="AD" clId="Web-{4996C6EA-C868-9469-472F-00103E239A68}" dt="2026-04-21T17:47:14.269" v="268" actId="14100"/>
          <ac:picMkLst>
            <pc:docMk/>
            <pc:sldMk cId="1789993737" sldId="265"/>
            <ac:picMk id="2" creationId="{FA007223-D981-97D0-B265-892A9546108C}"/>
          </ac:picMkLst>
        </pc:picChg>
      </pc:sldChg>
      <pc:sldChg chg="addSp delSp modSp add replId">
        <pc:chgData name="Malesa Sammy" userId="S::malesa@urbanelectricpower.onmicrosoft.com::675f0556-57f8-4ad6-95ca-1eee0b6fca7e" providerId="AD" clId="Web-{4996C6EA-C868-9469-472F-00103E239A68}" dt="2026-04-21T18:58:19.643" v="447" actId="20577"/>
        <pc:sldMkLst>
          <pc:docMk/>
          <pc:sldMk cId="2512906674" sldId="266"/>
        </pc:sldMkLst>
        <pc:spChg chg="add mod">
          <ac:chgData name="Malesa Sammy" userId="S::malesa@urbanelectricpower.onmicrosoft.com::675f0556-57f8-4ad6-95ca-1eee0b6fca7e" providerId="AD" clId="Web-{4996C6EA-C868-9469-472F-00103E239A68}" dt="2026-04-21T18:58:19.643" v="447" actId="20577"/>
          <ac:spMkLst>
            <pc:docMk/>
            <pc:sldMk cId="2512906674" sldId="266"/>
            <ac:spMk id="2" creationId="{1041BC80-052E-F6E2-DB6A-4F25580E7C4B}"/>
          </ac:spMkLst>
        </pc:spChg>
        <pc:spChg chg="mod">
          <ac:chgData name="Malesa Sammy" userId="S::malesa@urbanelectricpower.onmicrosoft.com::675f0556-57f8-4ad6-95ca-1eee0b6fca7e" providerId="AD" clId="Web-{4996C6EA-C868-9469-472F-00103E239A68}" dt="2026-04-21T18:38:32.304" v="354" actId="20577"/>
          <ac:spMkLst>
            <pc:docMk/>
            <pc:sldMk cId="2512906674" sldId="266"/>
            <ac:spMk id="5" creationId="{85EF9A1D-08BA-AACF-753C-867C60FB6CA9}"/>
          </ac:spMkLst>
        </pc:spChg>
        <pc:picChg chg="del">
          <ac:chgData name="Malesa Sammy" userId="S::malesa@urbanelectricpower.onmicrosoft.com::675f0556-57f8-4ad6-95ca-1eee0b6fca7e" providerId="AD" clId="Web-{4996C6EA-C868-9469-472F-00103E239A68}" dt="2026-04-21T13:55:02.807" v="225"/>
          <ac:picMkLst>
            <pc:docMk/>
            <pc:sldMk cId="2512906674" sldId="266"/>
            <ac:picMk id="2" creationId="{D3FDA57B-D395-4B5E-DBC0-7821E764F38A}"/>
          </ac:picMkLst>
        </pc:picChg>
      </pc:sldChg>
      <pc:sldChg chg="add replId">
        <pc:chgData name="Malesa Sammy" userId="S::malesa@urbanelectricpower.onmicrosoft.com::675f0556-57f8-4ad6-95ca-1eee0b6fca7e" providerId="AD" clId="Web-{4996C6EA-C868-9469-472F-00103E239A68}" dt="2026-04-21T17:48:57.723" v="269"/>
        <pc:sldMkLst>
          <pc:docMk/>
          <pc:sldMk cId="3342612437" sldId="267"/>
        </pc:sldMkLst>
      </pc:sldChg>
      <pc:sldChg chg="addSp delSp modSp add replId">
        <pc:chgData name="Malesa Sammy" userId="S::malesa@urbanelectricpower.onmicrosoft.com::675f0556-57f8-4ad6-95ca-1eee0b6fca7e" providerId="AD" clId="Web-{4996C6EA-C868-9469-472F-00103E239A68}" dt="2026-04-21T17:55:34.231" v="338" actId="1076"/>
        <pc:sldMkLst>
          <pc:docMk/>
          <pc:sldMk cId="3380043864" sldId="268"/>
        </pc:sldMkLst>
        <pc:spChg chg="del">
          <ac:chgData name="Malesa Sammy" userId="S::malesa@urbanelectricpower.onmicrosoft.com::675f0556-57f8-4ad6-95ca-1eee0b6fca7e" providerId="AD" clId="Web-{4996C6EA-C868-9469-472F-00103E239A68}" dt="2026-04-21T17:55:02.824" v="332"/>
          <ac:spMkLst>
            <pc:docMk/>
            <pc:sldMk cId="3380043864" sldId="268"/>
            <ac:spMk id="4" creationId="{98863B78-8AE3-1B56-1BEA-F8D1892F036A}"/>
          </ac:spMkLst>
        </pc:spChg>
        <pc:picChg chg="add mod">
          <ac:chgData name="Malesa Sammy" userId="S::malesa@urbanelectricpower.onmicrosoft.com::675f0556-57f8-4ad6-95ca-1eee0b6fca7e" providerId="AD" clId="Web-{4996C6EA-C868-9469-472F-00103E239A68}" dt="2026-04-21T17:55:34.231" v="338" actId="1076"/>
          <ac:picMkLst>
            <pc:docMk/>
            <pc:sldMk cId="3380043864" sldId="268"/>
            <ac:picMk id="2" creationId="{EF106024-A646-8BA3-D28C-6286AB1F9CEE}"/>
          </ac:picMkLst>
        </pc:picChg>
        <pc:picChg chg="del">
          <ac:chgData name="Malesa Sammy" userId="S::malesa@urbanelectricpower.onmicrosoft.com::675f0556-57f8-4ad6-95ca-1eee0b6fca7e" providerId="AD" clId="Web-{4996C6EA-C868-9469-472F-00103E239A68}" dt="2026-04-21T17:55:02.824" v="331"/>
          <ac:picMkLst>
            <pc:docMk/>
            <pc:sldMk cId="3380043864" sldId="268"/>
            <ac:picMk id="6" creationId="{0ECA951E-CDD8-F2AD-F1A2-43C229724296}"/>
          </ac:picMkLst>
        </pc:picChg>
        <pc:picChg chg="del">
          <ac:chgData name="Malesa Sammy" userId="S::malesa@urbanelectricpower.onmicrosoft.com::675f0556-57f8-4ad6-95ca-1eee0b6fca7e" providerId="AD" clId="Web-{4996C6EA-C868-9469-472F-00103E239A68}" dt="2026-04-21T17:55:02.824" v="330"/>
          <ac:picMkLst>
            <pc:docMk/>
            <pc:sldMk cId="3380043864" sldId="268"/>
            <ac:picMk id="7" creationId="{3ACE28FF-4EC3-B5C7-0826-8EAD328CA500}"/>
          </ac:picMkLst>
        </pc:picChg>
        <pc:picChg chg="del">
          <ac:chgData name="Malesa Sammy" userId="S::malesa@urbanelectricpower.onmicrosoft.com::675f0556-57f8-4ad6-95ca-1eee0b6fca7e" providerId="AD" clId="Web-{4996C6EA-C868-9469-472F-00103E239A68}" dt="2026-04-21T17:55:02.824" v="329"/>
          <ac:picMkLst>
            <pc:docMk/>
            <pc:sldMk cId="3380043864" sldId="268"/>
            <ac:picMk id="8" creationId="{5269FE3E-28A6-5BFC-AAB9-EF216116F364}"/>
          </ac:picMkLst>
        </pc:picChg>
      </pc:sldChg>
    </pc:docChg>
  </pc:docChgLst>
  <pc:docChgLst>
    <pc:chgData name="Malesa Sammy" userId="S::malesa@urbanelectricpower.onmicrosoft.com::675f0556-57f8-4ad6-95ca-1eee0b6fca7e" providerId="AD" clId="Web-{594C4A00-AD0B-E322-B55D-4351546A04C3}"/>
    <pc:docChg chg="addSld delSld modSld">
      <pc:chgData name="Malesa Sammy" userId="S::malesa@urbanelectricpower.onmicrosoft.com::675f0556-57f8-4ad6-95ca-1eee0b6fca7e" providerId="AD" clId="Web-{594C4A00-AD0B-E322-B55D-4351546A04C3}" dt="2026-04-02T19:03:07.777" v="395" actId="20577"/>
      <pc:docMkLst>
        <pc:docMk/>
      </pc:docMkLst>
      <pc:sldChg chg="addSp delSp modSp mod setBg">
        <pc:chgData name="Malesa Sammy" userId="S::malesa@urbanelectricpower.onmicrosoft.com::675f0556-57f8-4ad6-95ca-1eee0b6fca7e" providerId="AD" clId="Web-{594C4A00-AD0B-E322-B55D-4351546A04C3}" dt="2026-04-02T19:01:16.838" v="379" actId="1076"/>
        <pc:sldMkLst>
          <pc:docMk/>
          <pc:sldMk cId="109857222" sldId="256"/>
        </pc:sldMkLst>
        <pc:spChg chg="mod">
          <ac:chgData name="Malesa Sammy" userId="S::malesa@urbanelectricpower.onmicrosoft.com::675f0556-57f8-4ad6-95ca-1eee0b6fca7e" providerId="AD" clId="Web-{594C4A00-AD0B-E322-B55D-4351546A04C3}" dt="2026-04-02T19:00:13.275" v="355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alesa Sammy" userId="S::malesa@urbanelectricpower.onmicrosoft.com::675f0556-57f8-4ad6-95ca-1eee0b6fca7e" providerId="AD" clId="Web-{594C4A00-AD0B-E322-B55D-4351546A04C3}" dt="2026-04-02T19:00:34.103" v="359" actId="14100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Malesa Sammy" userId="S::malesa@urbanelectricpower.onmicrosoft.com::675f0556-57f8-4ad6-95ca-1eee0b6fca7e" providerId="AD" clId="Web-{594C4A00-AD0B-E322-B55D-4351546A04C3}" dt="2026-04-02T19:01:16.838" v="379" actId="1076"/>
          <ac:spMkLst>
            <pc:docMk/>
            <pc:sldMk cId="109857222" sldId="256"/>
            <ac:spMk id="5" creationId="{484D0994-DCB6-A811-486C-9056EFD7FCF3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9:00:13.275" v="355"/>
          <ac:spMkLst>
            <pc:docMk/>
            <pc:sldMk cId="109857222" sldId="256"/>
            <ac:spMk id="8" creationId="{6F5A5072-7B47-4D32-B52A-4EBBF590B8A5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9:00:13.275" v="355"/>
          <ac:spMkLst>
            <pc:docMk/>
            <pc:sldMk cId="109857222" sldId="256"/>
            <ac:spMk id="10" creationId="{9715DAF0-AE1B-46C9-8A6B-DB2AA05AB91D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9:00:13.275" v="355"/>
          <ac:spMkLst>
            <pc:docMk/>
            <pc:sldMk cId="109857222" sldId="256"/>
            <ac:spMk id="12" creationId="{6016219D-510E-4184-9090-6D5578A87BD1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9:00:13.275" v="355"/>
          <ac:spMkLst>
            <pc:docMk/>
            <pc:sldMk cId="109857222" sldId="256"/>
            <ac:spMk id="14" creationId="{AFF4A713-7B75-4B21-90D7-5AB19547C728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9:00:13.275" v="355"/>
          <ac:spMkLst>
            <pc:docMk/>
            <pc:sldMk cId="109857222" sldId="256"/>
            <ac:spMk id="16" creationId="{DC631C0B-6DA6-4E57-8231-CE32B3434A7E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9:00:13.275" v="355"/>
          <ac:spMkLst>
            <pc:docMk/>
            <pc:sldMk cId="109857222" sldId="256"/>
            <ac:spMk id="18" creationId="{C29501E6-A978-4A61-9689-9085AF97A53A}"/>
          </ac:spMkLst>
        </pc:spChg>
      </pc:sldChg>
      <pc:sldChg chg="addSp delSp modSp new">
        <pc:chgData name="Malesa Sammy" userId="S::malesa@urbanelectricpower.onmicrosoft.com::675f0556-57f8-4ad6-95ca-1eee0b6fca7e" providerId="AD" clId="Web-{594C4A00-AD0B-E322-B55D-4351546A04C3}" dt="2026-04-02T18:48:08.854" v="119" actId="1076"/>
        <pc:sldMkLst>
          <pc:docMk/>
          <pc:sldMk cId="1760754107" sldId="257"/>
        </pc:sldMkLst>
        <pc:spChg chg="mod">
          <ac:chgData name="Malesa Sammy" userId="S::malesa@urbanelectricpower.onmicrosoft.com::675f0556-57f8-4ad6-95ca-1eee0b6fca7e" providerId="AD" clId="Web-{594C4A00-AD0B-E322-B55D-4351546A04C3}" dt="2026-04-02T18:46:49.345" v="93"/>
          <ac:spMkLst>
            <pc:docMk/>
            <pc:sldMk cId="1760754107" sldId="257"/>
            <ac:spMk id="2" creationId="{512C3899-D5FD-DAAB-0B2E-21773D0BA9FB}"/>
          </ac:spMkLst>
        </pc:spChg>
        <pc:spChg chg="add mod">
          <ac:chgData name="Malesa Sammy" userId="S::malesa@urbanelectricpower.onmicrosoft.com::675f0556-57f8-4ad6-95ca-1eee0b6fca7e" providerId="AD" clId="Web-{594C4A00-AD0B-E322-B55D-4351546A04C3}" dt="2026-04-02T18:45:50.702" v="45" actId="1076"/>
          <ac:spMkLst>
            <pc:docMk/>
            <pc:sldMk cId="1760754107" sldId="257"/>
            <ac:spMk id="5" creationId="{30A31E5B-96B6-A12D-29C9-435443786BC5}"/>
          </ac:spMkLst>
        </pc:spChg>
        <pc:spChg chg="add mod">
          <ac:chgData name="Malesa Sammy" userId="S::malesa@urbanelectricpower.onmicrosoft.com::675f0556-57f8-4ad6-95ca-1eee0b6fca7e" providerId="AD" clId="Web-{594C4A00-AD0B-E322-B55D-4351546A04C3}" dt="2026-04-02T18:46:04.640" v="86" actId="1076"/>
          <ac:spMkLst>
            <pc:docMk/>
            <pc:sldMk cId="1760754107" sldId="257"/>
            <ac:spMk id="7" creationId="{883F15E9-3EAC-94E7-7D15-84E25538AF66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7.983" v="47"/>
          <ac:spMkLst>
            <pc:docMk/>
            <pc:sldMk cId="1760754107" sldId="257"/>
            <ac:spMk id="9" creationId="{6CADDED4-A0B0-3EF5-5569-9C16DD001696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7.999" v="48"/>
          <ac:spMkLst>
            <pc:docMk/>
            <pc:sldMk cId="1760754107" sldId="257"/>
            <ac:spMk id="11" creationId="{69E3B9FF-865E-1449-A031-EFCA33E8AFF4}"/>
          </ac:spMkLst>
        </pc:spChg>
        <pc:spChg chg="add mod">
          <ac:chgData name="Malesa Sammy" userId="S::malesa@urbanelectricpower.onmicrosoft.com::675f0556-57f8-4ad6-95ca-1eee0b6fca7e" providerId="AD" clId="Web-{594C4A00-AD0B-E322-B55D-4351546A04C3}" dt="2026-04-02T18:48:08.854" v="119" actId="1076"/>
          <ac:spMkLst>
            <pc:docMk/>
            <pc:sldMk cId="1760754107" sldId="257"/>
            <ac:spMk id="13" creationId="{5393CBAB-7EBE-C08F-CB74-0E3DC7EB3243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014" v="50"/>
          <ac:spMkLst>
            <pc:docMk/>
            <pc:sldMk cId="1760754107" sldId="257"/>
            <ac:spMk id="15" creationId="{D854B7D0-C1B0-75F6-291B-E01345154313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030" v="51"/>
          <ac:spMkLst>
            <pc:docMk/>
            <pc:sldMk cId="1760754107" sldId="257"/>
            <ac:spMk id="17" creationId="{E07837E6-344B-CAD6-43CB-8097AA9656A3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046" v="52"/>
          <ac:spMkLst>
            <pc:docMk/>
            <pc:sldMk cId="1760754107" sldId="257"/>
            <ac:spMk id="19" creationId="{1AFF0DDC-DE4D-B721-8B5A-6579298352DE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061" v="53"/>
          <ac:spMkLst>
            <pc:docMk/>
            <pc:sldMk cId="1760754107" sldId="257"/>
            <ac:spMk id="21" creationId="{FD42DF78-C496-48C8-0EC7-9A84FB0F2D54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061" v="54"/>
          <ac:spMkLst>
            <pc:docMk/>
            <pc:sldMk cId="1760754107" sldId="257"/>
            <ac:spMk id="23" creationId="{D0655C82-FFCD-54BD-10D3-DF03FD7BE879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077" v="55"/>
          <ac:spMkLst>
            <pc:docMk/>
            <pc:sldMk cId="1760754107" sldId="257"/>
            <ac:spMk id="25" creationId="{1791E1BF-7168-EB48-5A03-451229935DD0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108" v="56"/>
          <ac:spMkLst>
            <pc:docMk/>
            <pc:sldMk cId="1760754107" sldId="257"/>
            <ac:spMk id="27" creationId="{5EA4F0EC-F128-6E37-7530-F70D2A42B31F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124" v="57"/>
          <ac:spMkLst>
            <pc:docMk/>
            <pc:sldMk cId="1760754107" sldId="257"/>
            <ac:spMk id="29" creationId="{8509CFDA-F2F2-EEC2-C6FB-5AAFEC642359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139" v="58"/>
          <ac:spMkLst>
            <pc:docMk/>
            <pc:sldMk cId="1760754107" sldId="257"/>
            <ac:spMk id="31" creationId="{2782F6F3-B9E5-92C9-13CD-6AAD456DA3FA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155" v="59"/>
          <ac:spMkLst>
            <pc:docMk/>
            <pc:sldMk cId="1760754107" sldId="257"/>
            <ac:spMk id="33" creationId="{6E8CABD6-CE6B-1F01-D4DB-326527181F14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171" v="60"/>
          <ac:spMkLst>
            <pc:docMk/>
            <pc:sldMk cId="1760754107" sldId="257"/>
            <ac:spMk id="35" creationId="{529E5280-479A-A9A8-F229-050248A10342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202" v="61"/>
          <ac:spMkLst>
            <pc:docMk/>
            <pc:sldMk cId="1760754107" sldId="257"/>
            <ac:spMk id="37" creationId="{3B4D7F96-7C03-E59F-5912-55E34CA7F7AC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218" v="62"/>
          <ac:spMkLst>
            <pc:docMk/>
            <pc:sldMk cId="1760754107" sldId="257"/>
            <ac:spMk id="39" creationId="{046BECC0-F4F9-E678-5712-166B426AC453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233" v="63"/>
          <ac:spMkLst>
            <pc:docMk/>
            <pc:sldMk cId="1760754107" sldId="257"/>
            <ac:spMk id="41" creationId="{FD13DFC8-9434-0880-3D2E-0633D1BD964B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249" v="64"/>
          <ac:spMkLst>
            <pc:docMk/>
            <pc:sldMk cId="1760754107" sldId="257"/>
            <ac:spMk id="43" creationId="{10BEF6D7-95DB-F6F6-F9FE-656AB00F417D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264" v="65"/>
          <ac:spMkLst>
            <pc:docMk/>
            <pc:sldMk cId="1760754107" sldId="257"/>
            <ac:spMk id="45" creationId="{38B5AE2F-984E-8723-2C2E-AA98222A6F76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296" v="66"/>
          <ac:spMkLst>
            <pc:docMk/>
            <pc:sldMk cId="1760754107" sldId="257"/>
            <ac:spMk id="47" creationId="{D124AD13-ED27-51F0-C4AD-A8D6ACB62FF8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311" v="67"/>
          <ac:spMkLst>
            <pc:docMk/>
            <pc:sldMk cId="1760754107" sldId="257"/>
            <ac:spMk id="49" creationId="{04396D3F-28B9-6904-DDB5-C1602D665F45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343" v="68"/>
          <ac:spMkLst>
            <pc:docMk/>
            <pc:sldMk cId="1760754107" sldId="257"/>
            <ac:spMk id="51" creationId="{C78F3D69-130F-7F6C-F30C-780A6A203B40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358" v="69"/>
          <ac:spMkLst>
            <pc:docMk/>
            <pc:sldMk cId="1760754107" sldId="257"/>
            <ac:spMk id="53" creationId="{833514EC-1D3F-1667-C265-DE2168AEC2B4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389" v="70"/>
          <ac:spMkLst>
            <pc:docMk/>
            <pc:sldMk cId="1760754107" sldId="257"/>
            <ac:spMk id="55" creationId="{04DCC443-9D7D-CC7C-5079-B524D874D297}"/>
          </ac:spMkLst>
        </pc:spChg>
        <pc:spChg chg="add mod">
          <ac:chgData name="Malesa Sammy" userId="S::malesa@urbanelectricpower.onmicrosoft.com::675f0556-57f8-4ad6-95ca-1eee0b6fca7e" providerId="AD" clId="Web-{594C4A00-AD0B-E322-B55D-4351546A04C3}" dt="2026-04-02T18:46:15.140" v="89" actId="20577"/>
          <ac:spMkLst>
            <pc:docMk/>
            <pc:sldMk cId="1760754107" sldId="257"/>
            <ac:spMk id="57" creationId="{22BC09F5-80BB-A12D-F8BC-353AC55872FD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436" v="72"/>
          <ac:spMkLst>
            <pc:docMk/>
            <pc:sldMk cId="1760754107" sldId="257"/>
            <ac:spMk id="59" creationId="{072B9011-9C1F-3368-D4F9-A6AF0E70C539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452" v="73"/>
          <ac:spMkLst>
            <pc:docMk/>
            <pc:sldMk cId="1760754107" sldId="257"/>
            <ac:spMk id="61" creationId="{FE7EE4F9-735E-2472-A360-537869F617CE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483" v="74"/>
          <ac:spMkLst>
            <pc:docMk/>
            <pc:sldMk cId="1760754107" sldId="257"/>
            <ac:spMk id="63" creationId="{8EE5866A-E5CE-5012-DF7B-9CB7BF4063DB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499" v="75"/>
          <ac:spMkLst>
            <pc:docMk/>
            <pc:sldMk cId="1760754107" sldId="257"/>
            <ac:spMk id="65" creationId="{0BE1E971-BD38-C514-9D2C-FD3D3E8AC3DD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546" v="76"/>
          <ac:spMkLst>
            <pc:docMk/>
            <pc:sldMk cId="1760754107" sldId="257"/>
            <ac:spMk id="67" creationId="{51F4B424-88E7-3070-44B4-7325ADA5F738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577" v="77"/>
          <ac:spMkLst>
            <pc:docMk/>
            <pc:sldMk cId="1760754107" sldId="257"/>
            <ac:spMk id="69" creationId="{C20D1EC8-3E55-1780-23BB-CC72978A3765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608" v="78"/>
          <ac:spMkLst>
            <pc:docMk/>
            <pc:sldMk cId="1760754107" sldId="257"/>
            <ac:spMk id="71" creationId="{6BEE179A-AD5F-49D7-63DD-CE25CFC84242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624" v="79"/>
          <ac:spMkLst>
            <pc:docMk/>
            <pc:sldMk cId="1760754107" sldId="257"/>
            <ac:spMk id="73" creationId="{F235ADC7-B11B-8E4E-9675-D0D7A08FBEDF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655" v="80"/>
          <ac:spMkLst>
            <pc:docMk/>
            <pc:sldMk cId="1760754107" sldId="257"/>
            <ac:spMk id="75" creationId="{DB0CE69D-099E-6C44-8641-434C8160700F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686" v="81"/>
          <ac:spMkLst>
            <pc:docMk/>
            <pc:sldMk cId="1760754107" sldId="257"/>
            <ac:spMk id="77" creationId="{527FF64D-98E9-1D57-B533-A58C51B8F731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718" v="82"/>
          <ac:spMkLst>
            <pc:docMk/>
            <pc:sldMk cId="1760754107" sldId="257"/>
            <ac:spMk id="79" creationId="{7FB25813-9C0F-B7D3-8D28-785D35ECA1D8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749" v="83"/>
          <ac:spMkLst>
            <pc:docMk/>
            <pc:sldMk cId="1760754107" sldId="257"/>
            <ac:spMk id="81" creationId="{FC563E71-E59B-A3A5-9BBB-A371DF812FA8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764" v="84"/>
          <ac:spMkLst>
            <pc:docMk/>
            <pc:sldMk cId="1760754107" sldId="257"/>
            <ac:spMk id="83" creationId="{C829B3C3-49FB-DFF7-7C35-491882836E0F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5:58.796" v="85"/>
          <ac:spMkLst>
            <pc:docMk/>
            <pc:sldMk cId="1760754107" sldId="257"/>
            <ac:spMk id="85" creationId="{BD126949-0608-47FC-E4F9-08A98B01E9BD}"/>
          </ac:spMkLst>
        </pc:spChg>
        <pc:spChg chg="add mod">
          <ac:chgData name="Malesa Sammy" userId="S::malesa@urbanelectricpower.onmicrosoft.com::675f0556-57f8-4ad6-95ca-1eee0b6fca7e" providerId="AD" clId="Web-{594C4A00-AD0B-E322-B55D-4351546A04C3}" dt="2026-04-02T18:47:04.660" v="96" actId="1076"/>
          <ac:spMkLst>
            <pc:docMk/>
            <pc:sldMk cId="1760754107" sldId="257"/>
            <ac:spMk id="88" creationId="{6EB5AB25-AC6E-6B1E-AF52-DE2544C3623E}"/>
          </ac:spMkLst>
        </pc:spChg>
        <pc:spChg chg="add mod">
          <ac:chgData name="Malesa Sammy" userId="S::malesa@urbanelectricpower.onmicrosoft.com::675f0556-57f8-4ad6-95ca-1eee0b6fca7e" providerId="AD" clId="Web-{594C4A00-AD0B-E322-B55D-4351546A04C3}" dt="2026-04-02T18:47:44.820" v="106" actId="20577"/>
          <ac:spMkLst>
            <pc:docMk/>
            <pc:sldMk cId="1760754107" sldId="257"/>
            <ac:spMk id="90" creationId="{AC4B7E7B-0770-29B7-AF78-A1AC327AF915}"/>
          </ac:spMkLst>
        </pc:spChg>
        <pc:grpChg chg="add mod">
          <ac:chgData name="Malesa Sammy" userId="S::malesa@urbanelectricpower.onmicrosoft.com::675f0556-57f8-4ad6-95ca-1eee0b6fca7e" providerId="AD" clId="Web-{594C4A00-AD0B-E322-B55D-4351546A04C3}" dt="2026-04-02T18:46:35.640" v="91" actId="1076"/>
          <ac:grpSpMkLst>
            <pc:docMk/>
            <pc:sldMk cId="1760754107" sldId="257"/>
            <ac:grpSpMk id="86" creationId="{3E3E0280-E5D8-C719-54FD-7411C96E83B4}"/>
          </ac:grpSpMkLst>
        </pc:grpChg>
      </pc:sldChg>
      <pc:sldChg chg="addSp delSp modSp new">
        <pc:chgData name="Malesa Sammy" userId="S::malesa@urbanelectricpower.onmicrosoft.com::675f0556-57f8-4ad6-95ca-1eee0b6fca7e" providerId="AD" clId="Web-{594C4A00-AD0B-E322-B55D-4351546A04C3}" dt="2026-04-02T18:51:13.071" v="177" actId="1076"/>
        <pc:sldMkLst>
          <pc:docMk/>
          <pc:sldMk cId="1820092904" sldId="259"/>
        </pc:sldMkLst>
        <pc:spChg chg="add mod">
          <ac:chgData name="Malesa Sammy" userId="S::malesa@urbanelectricpower.onmicrosoft.com::675f0556-57f8-4ad6-95ca-1eee0b6fca7e" providerId="AD" clId="Web-{594C4A00-AD0B-E322-B55D-4351546A04C3}" dt="2026-04-02T18:49:04.140" v="134" actId="20577"/>
          <ac:spMkLst>
            <pc:docMk/>
            <pc:sldMk cId="1820092904" sldId="259"/>
            <ac:spMk id="5" creationId="{45D01F0A-4520-5128-D6D9-961EC7424AD9}"/>
          </ac:spMkLst>
        </pc:spChg>
        <pc:spChg chg="add mod">
          <ac:chgData name="Malesa Sammy" userId="S::malesa@urbanelectricpower.onmicrosoft.com::675f0556-57f8-4ad6-95ca-1eee0b6fca7e" providerId="AD" clId="Web-{594C4A00-AD0B-E322-B55D-4351546A04C3}" dt="2026-04-02T18:49:35.064" v="150" actId="1076"/>
          <ac:spMkLst>
            <pc:docMk/>
            <pc:sldMk cId="1820092904" sldId="259"/>
            <ac:spMk id="7" creationId="{48EF6D6F-16AD-1313-1BA3-6A134CB27340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065" v="151"/>
          <ac:spMkLst>
            <pc:docMk/>
            <pc:sldMk cId="1820092904" sldId="259"/>
            <ac:spMk id="9" creationId="{C841DDAC-7C8F-CF41-A514-4D14DA1B0065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081" v="152"/>
          <ac:spMkLst>
            <pc:docMk/>
            <pc:sldMk cId="1820092904" sldId="259"/>
            <ac:spMk id="11" creationId="{95B5C93D-4865-C4C1-38AB-0088D59BF23D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081" v="153"/>
          <ac:spMkLst>
            <pc:docMk/>
            <pc:sldMk cId="1820092904" sldId="259"/>
            <ac:spMk id="13" creationId="{AE918154-51EB-A819-3669-B061DAB4D42B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096" v="154"/>
          <ac:spMkLst>
            <pc:docMk/>
            <pc:sldMk cId="1820092904" sldId="259"/>
            <ac:spMk id="15" creationId="{230DEC79-5902-7FC7-F864-300A45175219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128" v="155"/>
          <ac:spMkLst>
            <pc:docMk/>
            <pc:sldMk cId="1820092904" sldId="259"/>
            <ac:spMk id="17" creationId="{29E6EE3E-0255-E4ED-26A4-028DEEF7633A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143" v="156"/>
          <ac:spMkLst>
            <pc:docMk/>
            <pc:sldMk cId="1820092904" sldId="259"/>
            <ac:spMk id="19" creationId="{EC0C85B7-C695-0648-6A12-B92D2AE0BBCF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159" v="157"/>
          <ac:spMkLst>
            <pc:docMk/>
            <pc:sldMk cId="1820092904" sldId="259"/>
            <ac:spMk id="21" creationId="{501B0163-B809-6019-4177-BE6078B804B0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174" v="158"/>
          <ac:spMkLst>
            <pc:docMk/>
            <pc:sldMk cId="1820092904" sldId="259"/>
            <ac:spMk id="23" creationId="{A9A3FD9F-1ECB-B343-50FB-D7E2A968F39B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190" v="159"/>
          <ac:spMkLst>
            <pc:docMk/>
            <pc:sldMk cId="1820092904" sldId="259"/>
            <ac:spMk id="25" creationId="{F30F077E-E296-C31D-5FAC-382733261A55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206" v="160"/>
          <ac:spMkLst>
            <pc:docMk/>
            <pc:sldMk cId="1820092904" sldId="259"/>
            <ac:spMk id="27" creationId="{95A56796-143F-1A73-4E71-E316660E23B8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221" v="161"/>
          <ac:spMkLst>
            <pc:docMk/>
            <pc:sldMk cId="1820092904" sldId="259"/>
            <ac:spMk id="29" creationId="{2B135E48-24B6-0B1B-4FB4-440EA4079F04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237" v="162"/>
          <ac:spMkLst>
            <pc:docMk/>
            <pc:sldMk cId="1820092904" sldId="259"/>
            <ac:spMk id="31" creationId="{EDDE9061-4E01-20B8-76A6-59C3B6700647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268" v="163"/>
          <ac:spMkLst>
            <pc:docMk/>
            <pc:sldMk cId="1820092904" sldId="259"/>
            <ac:spMk id="33" creationId="{6A4D8384-03C7-6974-3513-1151E4ECE9DA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284" v="164"/>
          <ac:spMkLst>
            <pc:docMk/>
            <pc:sldMk cId="1820092904" sldId="259"/>
            <ac:spMk id="35" creationId="{DA561B99-7B9D-7EE6-A71F-52A91F8B360A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299" v="165"/>
          <ac:spMkLst>
            <pc:docMk/>
            <pc:sldMk cId="1820092904" sldId="259"/>
            <ac:spMk id="37" creationId="{5F7FB5C3-38B9-0EC2-C6CB-516968215066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315" v="166"/>
          <ac:spMkLst>
            <pc:docMk/>
            <pc:sldMk cId="1820092904" sldId="259"/>
            <ac:spMk id="39" creationId="{6DC2D44E-0F64-2740-3D02-D6E06FA993CE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346" v="167"/>
          <ac:spMkLst>
            <pc:docMk/>
            <pc:sldMk cId="1820092904" sldId="259"/>
            <ac:spMk id="41" creationId="{8288BC64-AD8F-46FE-BA04-99F8F19AC830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362" v="168"/>
          <ac:spMkLst>
            <pc:docMk/>
            <pc:sldMk cId="1820092904" sldId="259"/>
            <ac:spMk id="43" creationId="{9DAF941A-8A31-1917-21B2-F73A0FFD0BA6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393" v="169"/>
          <ac:spMkLst>
            <pc:docMk/>
            <pc:sldMk cId="1820092904" sldId="259"/>
            <ac:spMk id="45" creationId="{691D9842-7A3C-2FBC-BF93-BCFD94FE85E0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409" v="170"/>
          <ac:spMkLst>
            <pc:docMk/>
            <pc:sldMk cId="1820092904" sldId="259"/>
            <ac:spMk id="47" creationId="{84A4336A-FC17-9DBC-AE7C-48161C014CCA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440" v="171"/>
          <ac:spMkLst>
            <pc:docMk/>
            <pc:sldMk cId="1820092904" sldId="259"/>
            <ac:spMk id="49" creationId="{3994BE5C-5679-BAB1-5846-121CCDE994B2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471" v="172"/>
          <ac:spMkLst>
            <pc:docMk/>
            <pc:sldMk cId="1820092904" sldId="259"/>
            <ac:spMk id="51" creationId="{868788E5-3594-CA0E-985B-9293C6CCD5DC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487" v="173"/>
          <ac:spMkLst>
            <pc:docMk/>
            <pc:sldMk cId="1820092904" sldId="259"/>
            <ac:spMk id="53" creationId="{DC2FCE1E-FED3-1CC3-BAEC-3A3CFB48C9F2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518" v="174"/>
          <ac:spMkLst>
            <pc:docMk/>
            <pc:sldMk cId="1820092904" sldId="259"/>
            <ac:spMk id="55" creationId="{D3F5E39F-7D72-94D7-CB33-B0DB7C268AC0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49:45.534" v="175"/>
          <ac:spMkLst>
            <pc:docMk/>
            <pc:sldMk cId="1820092904" sldId="259"/>
            <ac:spMk id="57" creationId="{4A67A0EE-2E11-93E3-31A3-CBDE699566E1}"/>
          </ac:spMkLst>
        </pc:spChg>
        <pc:graphicFrameChg chg="add mod">
          <ac:chgData name="Malesa Sammy" userId="S::malesa@urbanelectricpower.onmicrosoft.com::675f0556-57f8-4ad6-95ca-1eee0b6fca7e" providerId="AD" clId="Web-{594C4A00-AD0B-E322-B55D-4351546A04C3}" dt="2026-04-02T18:51:13.071" v="177" actId="1076"/>
          <ac:graphicFrameMkLst>
            <pc:docMk/>
            <pc:sldMk cId="1820092904" sldId="259"/>
            <ac:graphicFrameMk id="59" creationId="{2AA50E63-B060-198E-92AF-0E1084923027}"/>
          </ac:graphicFrameMkLst>
        </pc:graphicFrameChg>
      </pc:sldChg>
      <pc:sldChg chg="delSp modSp add replId">
        <pc:chgData name="Malesa Sammy" userId="S::malesa@urbanelectricpower.onmicrosoft.com::675f0556-57f8-4ad6-95ca-1eee0b6fca7e" providerId="AD" clId="Web-{594C4A00-AD0B-E322-B55D-4351546A04C3}" dt="2026-04-02T18:49:23.454" v="148" actId="20577"/>
        <pc:sldMkLst>
          <pc:docMk/>
          <pc:sldMk cId="4215961692" sldId="260"/>
        </pc:sldMkLst>
        <pc:spChg chg="mod">
          <ac:chgData name="Malesa Sammy" userId="S::malesa@urbanelectricpower.onmicrosoft.com::675f0556-57f8-4ad6-95ca-1eee0b6fca7e" providerId="AD" clId="Web-{594C4A00-AD0B-E322-B55D-4351546A04C3}" dt="2026-04-02T18:49:23.454" v="148" actId="20577"/>
          <ac:spMkLst>
            <pc:docMk/>
            <pc:sldMk cId="4215961692" sldId="260"/>
            <ac:spMk id="2" creationId="{7F472052-38B3-8A06-AD9B-E36E0E762D10}"/>
          </ac:spMkLst>
        </pc:spChg>
      </pc:sldChg>
      <pc:sldChg chg="addSp delSp modSp add replId">
        <pc:chgData name="Malesa Sammy" userId="S::malesa@urbanelectricpower.onmicrosoft.com::675f0556-57f8-4ad6-95ca-1eee0b6fca7e" providerId="AD" clId="Web-{594C4A00-AD0B-E322-B55D-4351546A04C3}" dt="2026-04-02T18:53:27.608" v="231"/>
        <pc:sldMkLst>
          <pc:docMk/>
          <pc:sldMk cId="2856008266" sldId="262"/>
        </pc:sldMkLst>
        <pc:spChg chg="add mod">
          <ac:chgData name="Malesa Sammy" userId="S::malesa@urbanelectricpower.onmicrosoft.com::675f0556-57f8-4ad6-95ca-1eee0b6fca7e" providerId="AD" clId="Web-{594C4A00-AD0B-E322-B55D-4351546A04C3}" dt="2026-04-02T18:52:31.512" v="215" actId="1076"/>
          <ac:spMkLst>
            <pc:docMk/>
            <pc:sldMk cId="2856008266" sldId="262"/>
            <ac:spMk id="3" creationId="{6A2D0947-FB06-5131-51D3-2C3A3086E252}"/>
          </ac:spMkLst>
        </pc:spChg>
        <pc:spChg chg="mod">
          <ac:chgData name="Malesa Sammy" userId="S::malesa@urbanelectricpower.onmicrosoft.com::675f0556-57f8-4ad6-95ca-1eee0b6fca7e" providerId="AD" clId="Web-{594C4A00-AD0B-E322-B55D-4351546A04C3}" dt="2026-04-02T18:52:10.808" v="213" actId="20577"/>
          <ac:spMkLst>
            <pc:docMk/>
            <pc:sldMk cId="2856008266" sldId="262"/>
            <ac:spMk id="5" creationId="{58991538-8F4E-64EA-8210-D38B46CEEB46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7.967" v="216"/>
          <ac:spMkLst>
            <pc:docMk/>
            <pc:sldMk cId="2856008266" sldId="262"/>
            <ac:spMk id="6" creationId="{8157B730-E040-6754-1043-66CED2690941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7.982" v="217"/>
          <ac:spMkLst>
            <pc:docMk/>
            <pc:sldMk cId="2856008266" sldId="262"/>
            <ac:spMk id="10" creationId="{5B5194F9-C635-ACE0-D813-F28E9542CC52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7.998" v="218"/>
          <ac:spMkLst>
            <pc:docMk/>
            <pc:sldMk cId="2856008266" sldId="262"/>
            <ac:spMk id="14" creationId="{E235E7E5-BE44-5569-0F1C-557BE33A67B5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8.013" v="219"/>
          <ac:spMkLst>
            <pc:docMk/>
            <pc:sldMk cId="2856008266" sldId="262"/>
            <ac:spMk id="18" creationId="{24511CED-E454-5A4B-E78D-2019A22DFEA3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8.029" v="220"/>
          <ac:spMkLst>
            <pc:docMk/>
            <pc:sldMk cId="2856008266" sldId="262"/>
            <ac:spMk id="22" creationId="{4D0D3E67-8EFF-F12F-D312-E06F2D10DE1F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8.045" v="221"/>
          <ac:spMkLst>
            <pc:docMk/>
            <pc:sldMk cId="2856008266" sldId="262"/>
            <ac:spMk id="26" creationId="{02298ED7-8401-CD20-A9B8-9879A41CFA6C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8.060" v="222"/>
          <ac:spMkLst>
            <pc:docMk/>
            <pc:sldMk cId="2856008266" sldId="262"/>
            <ac:spMk id="30" creationId="{0DF0BDE8-9E7F-68C4-276E-80C438753F96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8.076" v="223"/>
          <ac:spMkLst>
            <pc:docMk/>
            <pc:sldMk cId="2856008266" sldId="262"/>
            <ac:spMk id="34" creationId="{A4679282-1BC6-57EA-26A3-415C49DC947F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8.076" v="224"/>
          <ac:spMkLst>
            <pc:docMk/>
            <pc:sldMk cId="2856008266" sldId="262"/>
            <ac:spMk id="38" creationId="{CD91BD8B-903E-2CDF-CF35-D770DB7CD359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8.092" v="225"/>
          <ac:spMkLst>
            <pc:docMk/>
            <pc:sldMk cId="2856008266" sldId="262"/>
            <ac:spMk id="42" creationId="{BCB06D3D-3C93-86E8-1DBC-4079AF349E67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8.107" v="226"/>
          <ac:spMkLst>
            <pc:docMk/>
            <pc:sldMk cId="2856008266" sldId="262"/>
            <ac:spMk id="46" creationId="{4FECF3FC-508C-6D69-2D71-14495E63AF1B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08.123" v="227"/>
          <ac:spMkLst>
            <pc:docMk/>
            <pc:sldMk cId="2856008266" sldId="262"/>
            <ac:spMk id="50" creationId="{5AA9DD56-04B4-CC4E-158B-DECE99C3D6D9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27.530" v="229"/>
          <ac:spMkLst>
            <pc:docMk/>
            <pc:sldMk cId="2856008266" sldId="262"/>
            <ac:spMk id="58" creationId="{08E3F660-733B-E5DA-E412-8277DD11B966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27.577" v="230"/>
          <ac:spMkLst>
            <pc:docMk/>
            <pc:sldMk cId="2856008266" sldId="262"/>
            <ac:spMk id="61" creationId="{A52F6421-3AF4-5C70-3ED4-6AC1CE4C348C}"/>
          </ac:spMkLst>
        </pc:spChg>
        <pc:spChg chg="add">
          <ac:chgData name="Malesa Sammy" userId="S::malesa@urbanelectricpower.onmicrosoft.com::675f0556-57f8-4ad6-95ca-1eee0b6fca7e" providerId="AD" clId="Web-{594C4A00-AD0B-E322-B55D-4351546A04C3}" dt="2026-04-02T18:53:27.608" v="231"/>
          <ac:spMkLst>
            <pc:docMk/>
            <pc:sldMk cId="2856008266" sldId="262"/>
            <ac:spMk id="63" creationId="{6CAC23A6-90C4-6BD4-14BB-5553EEDC63E1}"/>
          </ac:spMkLst>
        </pc:spChg>
        <pc:graphicFrameChg chg="add">
          <ac:chgData name="Malesa Sammy" userId="S::malesa@urbanelectricpower.onmicrosoft.com::675f0556-57f8-4ad6-95ca-1eee0b6fca7e" providerId="AD" clId="Web-{594C4A00-AD0B-E322-B55D-4351546A04C3}" dt="2026-04-02T18:53:13.779" v="228"/>
          <ac:graphicFrameMkLst>
            <pc:docMk/>
            <pc:sldMk cId="2856008266" sldId="262"/>
            <ac:graphicFrameMk id="54" creationId="{A047F5EE-2565-A37F-CD16-F8925C049E71}"/>
          </ac:graphicFrameMkLst>
        </pc:graphicFrameChg>
      </pc:sldChg>
      <pc:sldMasterChg chg="addSldLayout">
        <pc:chgData name="Malesa Sammy" userId="S::malesa@urbanelectricpower.onmicrosoft.com::675f0556-57f8-4ad6-95ca-1eee0b6fca7e" providerId="AD" clId="Web-{594C4A00-AD0B-E322-B55D-4351546A04C3}" dt="2026-04-02T18:45:26.952" v="42"/>
        <pc:sldMasterMkLst>
          <pc:docMk/>
          <pc:sldMasterMk cId="2460954070" sldId="2147483660"/>
        </pc:sldMasterMkLst>
        <pc:sldLayoutChg chg="add">
          <pc:chgData name="Malesa Sammy" userId="S::malesa@urbanelectricpower.onmicrosoft.com::675f0556-57f8-4ad6-95ca-1eee0b6fca7e" providerId="AD" clId="Web-{594C4A00-AD0B-E322-B55D-4351546A04C3}" dt="2026-04-02T18:45:26.952" v="42"/>
          <pc:sldLayoutMkLst>
            <pc:docMk/>
            <pc:sldMasterMk cId="2460954070" sldId="2147483660"/>
            <pc:sldLayoutMk cId="2912966757" sldId="2147483672"/>
          </pc:sldLayoutMkLst>
        </pc:sldLayoutChg>
      </pc:sldMasterChg>
    </pc:docChg>
  </pc:docChgLst>
  <pc:docChgLst>
    <pc:chgData name="Malesa Sammy" userId="S::malesa@urbanelectricpower.onmicrosoft.com::675f0556-57f8-4ad6-95ca-1eee0b6fca7e" providerId="AD" clId="Web-{DB5B407D-F518-0F4A-A02F-4D98E8F62A04}"/>
    <pc:docChg chg="modSld">
      <pc:chgData name="Malesa Sammy" userId="S::malesa@urbanelectricpower.onmicrosoft.com::675f0556-57f8-4ad6-95ca-1eee0b6fca7e" providerId="AD" clId="Web-{DB5B407D-F518-0F4A-A02F-4D98E8F62A04}" dt="2026-04-02T21:06:13.723" v="12" actId="20577"/>
      <pc:docMkLst>
        <pc:docMk/>
      </pc:docMkLst>
      <pc:sldChg chg="addSp modSp">
        <pc:chgData name="Malesa Sammy" userId="S::malesa@urbanelectricpower.onmicrosoft.com::675f0556-57f8-4ad6-95ca-1eee0b6fca7e" providerId="AD" clId="Web-{DB5B407D-F518-0F4A-A02F-4D98E8F62A04}" dt="2026-04-02T21:06:13.723" v="12" actId="20577"/>
        <pc:sldMkLst>
          <pc:docMk/>
          <pc:sldMk cId="1760754107" sldId="257"/>
        </pc:sldMkLst>
        <pc:spChg chg="add mod">
          <ac:chgData name="Malesa Sammy" userId="S::malesa@urbanelectricpower.onmicrosoft.com::675f0556-57f8-4ad6-95ca-1eee0b6fca7e" providerId="AD" clId="Web-{DB5B407D-F518-0F4A-A02F-4D98E8F62A04}" dt="2026-04-02T21:05:04.220" v="8" actId="1076"/>
          <ac:spMkLst>
            <pc:docMk/>
            <pc:sldMk cId="1760754107" sldId="257"/>
            <ac:spMk id="4" creationId="{D9D5806F-2653-00C9-D487-13BA87658692}"/>
          </ac:spMkLst>
        </pc:spChg>
        <pc:spChg chg="mod">
          <ac:chgData name="Malesa Sammy" userId="S::malesa@urbanelectricpower.onmicrosoft.com::675f0556-57f8-4ad6-95ca-1eee0b6fca7e" providerId="AD" clId="Web-{DB5B407D-F518-0F4A-A02F-4D98E8F62A04}" dt="2026-04-02T21:06:13.723" v="12" actId="20577"/>
          <ac:spMkLst>
            <pc:docMk/>
            <pc:sldMk cId="1760754107" sldId="257"/>
            <ac:spMk id="5" creationId="{30A31E5B-96B6-A12D-29C9-435443786BC5}"/>
          </ac:spMkLst>
        </pc:spChg>
        <pc:spChg chg="mod">
          <ac:chgData name="Malesa Sammy" userId="S::malesa@urbanelectricpower.onmicrosoft.com::675f0556-57f8-4ad6-95ca-1eee0b6fca7e" providerId="AD" clId="Web-{DB5B407D-F518-0F4A-A02F-4D98E8F62A04}" dt="2026-04-02T21:04:18.265" v="0" actId="1076"/>
          <ac:spMkLst>
            <pc:docMk/>
            <pc:sldMk cId="1760754107" sldId="257"/>
            <ac:spMk id="25" creationId="{1791E1BF-7168-EB48-5A03-451229935DD0}"/>
          </ac:spMkLst>
        </pc:spChg>
        <pc:spChg chg="mod">
          <ac:chgData name="Malesa Sammy" userId="S::malesa@urbanelectricpower.onmicrosoft.com::675f0556-57f8-4ad6-95ca-1eee0b6fca7e" providerId="AD" clId="Web-{DB5B407D-F518-0F4A-A02F-4D98E8F62A04}" dt="2026-04-02T21:04:22.906" v="1" actId="1076"/>
          <ac:spMkLst>
            <pc:docMk/>
            <pc:sldMk cId="1760754107" sldId="257"/>
            <ac:spMk id="45" creationId="{38B5AE2F-984E-8723-2C2E-AA98222A6F76}"/>
          </ac:spMkLst>
        </pc:spChg>
        <pc:spChg chg="mod">
          <ac:chgData name="Malesa Sammy" userId="S::malesa@urbanelectricpower.onmicrosoft.com::675f0556-57f8-4ad6-95ca-1eee0b6fca7e" providerId="AD" clId="Web-{DB5B407D-F518-0F4A-A02F-4D98E8F62A04}" dt="2026-04-02T21:04:26.781" v="2" actId="1076"/>
          <ac:spMkLst>
            <pc:docMk/>
            <pc:sldMk cId="1760754107" sldId="257"/>
            <ac:spMk id="65" creationId="{0BE1E971-BD38-C514-9D2C-FD3D3E8AC3DD}"/>
          </ac:spMkLst>
        </pc:spChg>
        <pc:spChg chg="mod">
          <ac:chgData name="Malesa Sammy" userId="S::malesa@urbanelectricpower.onmicrosoft.com::675f0556-57f8-4ad6-95ca-1eee0b6fca7e" providerId="AD" clId="Web-{DB5B407D-F518-0F4A-A02F-4D98E8F62A04}" dt="2026-04-02T21:04:32.891" v="3" actId="1076"/>
          <ac:spMkLst>
            <pc:docMk/>
            <pc:sldMk cId="1760754107" sldId="257"/>
            <ac:spMk id="85" creationId="{BD126949-0608-47FC-E4F9-08A98B01E9B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RT Cool-down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T_center (°C)</c:v>
                </c:pt>
              </c:strCache>
            </c:strRef>
          </c:tx>
          <c:spPr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strRef>
              <c:f>Sheet1!$A$2:$A$52</c:f>
              <c:strCache>
                <c:ptCount val="51"/>
                <c:pt idx="0">
                  <c:v>0</c:v>
                </c:pt>
                <c:pt idx="1">
                  <c:v>0.08</c:v>
                </c:pt>
                <c:pt idx="2">
                  <c:v>0.16</c:v>
                </c:pt>
                <c:pt idx="3">
                  <c:v>0.25</c:v>
                </c:pt>
                <c:pt idx="4">
                  <c:v>0.33</c:v>
                </c:pt>
                <c:pt idx="5">
                  <c:v>0.42</c:v>
                </c:pt>
                <c:pt idx="6">
                  <c:v>0.5</c:v>
                </c:pt>
                <c:pt idx="7">
                  <c:v>0.58</c:v>
                </c:pt>
                <c:pt idx="8">
                  <c:v>0.67</c:v>
                </c:pt>
                <c:pt idx="9">
                  <c:v>0.75</c:v>
                </c:pt>
                <c:pt idx="10">
                  <c:v>0.83</c:v>
                </c:pt>
                <c:pt idx="11">
                  <c:v>0.92</c:v>
                </c:pt>
                <c:pt idx="12">
                  <c:v>1</c:v>
                </c:pt>
                <c:pt idx="13">
                  <c:v>1.08</c:v>
                </c:pt>
                <c:pt idx="14">
                  <c:v>1.17</c:v>
                </c:pt>
                <c:pt idx="15">
                  <c:v>1.25</c:v>
                </c:pt>
                <c:pt idx="16">
                  <c:v>1.33</c:v>
                </c:pt>
                <c:pt idx="17">
                  <c:v>1.42</c:v>
                </c:pt>
                <c:pt idx="18">
                  <c:v>1.5</c:v>
                </c:pt>
                <c:pt idx="19">
                  <c:v>1.58</c:v>
                </c:pt>
                <c:pt idx="20">
                  <c:v>1.67</c:v>
                </c:pt>
                <c:pt idx="21">
                  <c:v>1.75</c:v>
                </c:pt>
                <c:pt idx="22">
                  <c:v>1.83</c:v>
                </c:pt>
                <c:pt idx="23">
                  <c:v>1.92</c:v>
                </c:pt>
                <c:pt idx="24">
                  <c:v>2</c:v>
                </c:pt>
                <c:pt idx="25">
                  <c:v>2.17</c:v>
                </c:pt>
                <c:pt idx="26">
                  <c:v>2.33</c:v>
                </c:pt>
                <c:pt idx="27">
                  <c:v>2.5</c:v>
                </c:pt>
                <c:pt idx="28">
                  <c:v>2.67</c:v>
                </c:pt>
                <c:pt idx="29">
                  <c:v>2.83</c:v>
                </c:pt>
                <c:pt idx="30">
                  <c:v>3</c:v>
                </c:pt>
                <c:pt idx="31">
                  <c:v>3.25</c:v>
                </c:pt>
                <c:pt idx="32">
                  <c:v>3.5</c:v>
                </c:pt>
                <c:pt idx="33">
                  <c:v>3.75</c:v>
                </c:pt>
                <c:pt idx="34">
                  <c:v>4</c:v>
                </c:pt>
                <c:pt idx="35">
                  <c:v>4.5</c:v>
                </c:pt>
                <c:pt idx="36">
                  <c:v>5</c:v>
                </c:pt>
                <c:pt idx="37">
                  <c:v>5.5</c:v>
                </c:pt>
                <c:pt idx="38">
                  <c:v>6</c:v>
                </c:pt>
                <c:pt idx="39">
                  <c:v>6.5</c:v>
                </c:pt>
                <c:pt idx="40">
                  <c:v>7</c:v>
                </c:pt>
                <c:pt idx="41">
                  <c:v>7.5</c:v>
                </c:pt>
                <c:pt idx="42">
                  <c:v>8</c:v>
                </c:pt>
                <c:pt idx="43">
                  <c:v>8.5</c:v>
                </c:pt>
                <c:pt idx="44">
                  <c:v>9</c:v>
                </c:pt>
                <c:pt idx="45">
                  <c:v>9.5</c:v>
                </c:pt>
                <c:pt idx="46">
                  <c:v>10</c:v>
                </c:pt>
                <c:pt idx="47">
                  <c:v>10.5</c:v>
                </c:pt>
                <c:pt idx="48">
                  <c:v>11</c:v>
                </c:pt>
                <c:pt idx="49">
                  <c:v>11.5</c:v>
                </c:pt>
                <c:pt idx="50">
                  <c:v>12</c:v>
                </c:pt>
              </c:strCache>
            </c: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30.87</c:v>
                </c:pt>
                <c:pt idx="1">
                  <c:v>30.86</c:v>
                </c:pt>
                <c:pt idx="2">
                  <c:v>30.8</c:v>
                </c:pt>
                <c:pt idx="3">
                  <c:v>30.74</c:v>
                </c:pt>
                <c:pt idx="4">
                  <c:v>30.67</c:v>
                </c:pt>
                <c:pt idx="5">
                  <c:v>30.58</c:v>
                </c:pt>
                <c:pt idx="6">
                  <c:v>30.58</c:v>
                </c:pt>
                <c:pt idx="7">
                  <c:v>30.54</c:v>
                </c:pt>
                <c:pt idx="8">
                  <c:v>30.48</c:v>
                </c:pt>
                <c:pt idx="9">
                  <c:v>30.36</c:v>
                </c:pt>
                <c:pt idx="10">
                  <c:v>30.28</c:v>
                </c:pt>
                <c:pt idx="11">
                  <c:v>30.23</c:v>
                </c:pt>
                <c:pt idx="12">
                  <c:v>30.12</c:v>
                </c:pt>
                <c:pt idx="13">
                  <c:v>30.04</c:v>
                </c:pt>
                <c:pt idx="14">
                  <c:v>29.95</c:v>
                </c:pt>
                <c:pt idx="15">
                  <c:v>29.86</c:v>
                </c:pt>
                <c:pt idx="16">
                  <c:v>29.8</c:v>
                </c:pt>
                <c:pt idx="17">
                  <c:v>29.64</c:v>
                </c:pt>
                <c:pt idx="18">
                  <c:v>29.62</c:v>
                </c:pt>
                <c:pt idx="19">
                  <c:v>29.55</c:v>
                </c:pt>
                <c:pt idx="20">
                  <c:v>29.27</c:v>
                </c:pt>
                <c:pt idx="21">
                  <c:v>29.14</c:v>
                </c:pt>
                <c:pt idx="22">
                  <c:v>28.99</c:v>
                </c:pt>
                <c:pt idx="23">
                  <c:v>28.91</c:v>
                </c:pt>
                <c:pt idx="24">
                  <c:v>28.83</c:v>
                </c:pt>
                <c:pt idx="25">
                  <c:v>28.64</c:v>
                </c:pt>
                <c:pt idx="26">
                  <c:v>28.41</c:v>
                </c:pt>
                <c:pt idx="27">
                  <c:v>28.28</c:v>
                </c:pt>
                <c:pt idx="28">
                  <c:v>27.98</c:v>
                </c:pt>
                <c:pt idx="29">
                  <c:v>27.87</c:v>
                </c:pt>
                <c:pt idx="30">
                  <c:v>27.82</c:v>
                </c:pt>
                <c:pt idx="31">
                  <c:v>27.71</c:v>
                </c:pt>
                <c:pt idx="32">
                  <c:v>27.57</c:v>
                </c:pt>
                <c:pt idx="33">
                  <c:v>27.58</c:v>
                </c:pt>
                <c:pt idx="34">
                  <c:v>27.52</c:v>
                </c:pt>
                <c:pt idx="35">
                  <c:v>27.12</c:v>
                </c:pt>
                <c:pt idx="36">
                  <c:v>26.96</c:v>
                </c:pt>
                <c:pt idx="37">
                  <c:v>26.5</c:v>
                </c:pt>
                <c:pt idx="38">
                  <c:v>26.56</c:v>
                </c:pt>
                <c:pt idx="39">
                  <c:v>26.57</c:v>
                </c:pt>
                <c:pt idx="40">
                  <c:v>26.62</c:v>
                </c:pt>
                <c:pt idx="41">
                  <c:v>26.22</c:v>
                </c:pt>
                <c:pt idx="42">
                  <c:v>26.08</c:v>
                </c:pt>
                <c:pt idx="43">
                  <c:v>25.97</c:v>
                </c:pt>
                <c:pt idx="44">
                  <c:v>25.94</c:v>
                </c:pt>
                <c:pt idx="45">
                  <c:v>25.91</c:v>
                </c:pt>
                <c:pt idx="46">
                  <c:v>25.72</c:v>
                </c:pt>
                <c:pt idx="47">
                  <c:v>25.63</c:v>
                </c:pt>
                <c:pt idx="48">
                  <c:v>25.66</c:v>
                </c:pt>
                <c:pt idx="49">
                  <c:v>25.5</c:v>
                </c:pt>
                <c:pt idx="50">
                  <c:v>25.72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4-4265-B248-9EB1B5F306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Exponential fit</c:v>
                </c:pt>
              </c:strCache>
            </c:strRef>
          </c:tx>
          <c:spPr>
            <a:ln w="25400" cap="flat">
              <a:solidFill>
                <a:srgbClr val="14A8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A8A8"/>
              </a:solidFill>
              <a:ln w="9525" cap="flat">
                <a:solidFill>
                  <a:srgbClr val="14A8A8"/>
                </a:solidFill>
                <a:prstDash val="solid"/>
                <a:round/>
              </a:ln>
              <a:effectLst/>
            </c:spPr>
          </c:marker>
          <c:cat>
            <c:strRef>
              <c:f>Sheet1!$A$2:$A$52</c:f>
              <c:strCache>
                <c:ptCount val="51"/>
                <c:pt idx="0">
                  <c:v>0</c:v>
                </c:pt>
                <c:pt idx="1">
                  <c:v>0.08</c:v>
                </c:pt>
                <c:pt idx="2">
                  <c:v>0.16</c:v>
                </c:pt>
                <c:pt idx="3">
                  <c:v>0.25</c:v>
                </c:pt>
                <c:pt idx="4">
                  <c:v>0.33</c:v>
                </c:pt>
                <c:pt idx="5">
                  <c:v>0.42</c:v>
                </c:pt>
                <c:pt idx="6">
                  <c:v>0.5</c:v>
                </c:pt>
                <c:pt idx="7">
                  <c:v>0.58</c:v>
                </c:pt>
                <c:pt idx="8">
                  <c:v>0.67</c:v>
                </c:pt>
                <c:pt idx="9">
                  <c:v>0.75</c:v>
                </c:pt>
                <c:pt idx="10">
                  <c:v>0.83</c:v>
                </c:pt>
                <c:pt idx="11">
                  <c:v>0.92</c:v>
                </c:pt>
                <c:pt idx="12">
                  <c:v>1</c:v>
                </c:pt>
                <c:pt idx="13">
                  <c:v>1.08</c:v>
                </c:pt>
                <c:pt idx="14">
                  <c:v>1.17</c:v>
                </c:pt>
                <c:pt idx="15">
                  <c:v>1.25</c:v>
                </c:pt>
                <c:pt idx="16">
                  <c:v>1.33</c:v>
                </c:pt>
                <c:pt idx="17">
                  <c:v>1.42</c:v>
                </c:pt>
                <c:pt idx="18">
                  <c:v>1.5</c:v>
                </c:pt>
                <c:pt idx="19">
                  <c:v>1.58</c:v>
                </c:pt>
                <c:pt idx="20">
                  <c:v>1.67</c:v>
                </c:pt>
                <c:pt idx="21">
                  <c:v>1.75</c:v>
                </c:pt>
                <c:pt idx="22">
                  <c:v>1.83</c:v>
                </c:pt>
                <c:pt idx="23">
                  <c:v>1.92</c:v>
                </c:pt>
                <c:pt idx="24">
                  <c:v>2</c:v>
                </c:pt>
                <c:pt idx="25">
                  <c:v>2.17</c:v>
                </c:pt>
                <c:pt idx="26">
                  <c:v>2.33</c:v>
                </c:pt>
                <c:pt idx="27">
                  <c:v>2.5</c:v>
                </c:pt>
                <c:pt idx="28">
                  <c:v>2.67</c:v>
                </c:pt>
                <c:pt idx="29">
                  <c:v>2.83</c:v>
                </c:pt>
                <c:pt idx="30">
                  <c:v>3</c:v>
                </c:pt>
                <c:pt idx="31">
                  <c:v>3.25</c:v>
                </c:pt>
                <c:pt idx="32">
                  <c:v>3.5</c:v>
                </c:pt>
                <c:pt idx="33">
                  <c:v>3.75</c:v>
                </c:pt>
                <c:pt idx="34">
                  <c:v>4</c:v>
                </c:pt>
                <c:pt idx="35">
                  <c:v>4.5</c:v>
                </c:pt>
                <c:pt idx="36">
                  <c:v>5</c:v>
                </c:pt>
                <c:pt idx="37">
                  <c:v>5.5</c:v>
                </c:pt>
                <c:pt idx="38">
                  <c:v>6</c:v>
                </c:pt>
                <c:pt idx="39">
                  <c:v>6.5</c:v>
                </c:pt>
                <c:pt idx="40">
                  <c:v>7</c:v>
                </c:pt>
                <c:pt idx="41">
                  <c:v>7.5</c:v>
                </c:pt>
                <c:pt idx="42">
                  <c:v>8</c:v>
                </c:pt>
                <c:pt idx="43">
                  <c:v>8.5</c:v>
                </c:pt>
                <c:pt idx="44">
                  <c:v>9</c:v>
                </c:pt>
                <c:pt idx="45">
                  <c:v>9.5</c:v>
                </c:pt>
                <c:pt idx="46">
                  <c:v>10</c:v>
                </c:pt>
                <c:pt idx="47">
                  <c:v>10.5</c:v>
                </c:pt>
                <c:pt idx="48">
                  <c:v>11</c:v>
                </c:pt>
                <c:pt idx="49">
                  <c:v>11.5</c:v>
                </c:pt>
                <c:pt idx="50">
                  <c:v>12</c:v>
                </c:pt>
              </c:strCache>
            </c: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30.87</c:v>
                </c:pt>
                <c:pt idx="1">
                  <c:v>30.814</c:v>
                </c:pt>
                <c:pt idx="2">
                  <c:v>30.759</c:v>
                </c:pt>
                <c:pt idx="3">
                  <c:v>30.696999999999999</c:v>
                </c:pt>
                <c:pt idx="4">
                  <c:v>30.643000000000001</c:v>
                </c:pt>
                <c:pt idx="5">
                  <c:v>30.582000000000001</c:v>
                </c:pt>
                <c:pt idx="6">
                  <c:v>30.527999999999999</c:v>
                </c:pt>
                <c:pt idx="7">
                  <c:v>30.475000000000001</c:v>
                </c:pt>
                <c:pt idx="8">
                  <c:v>30.416</c:v>
                </c:pt>
                <c:pt idx="9">
                  <c:v>30.363</c:v>
                </c:pt>
                <c:pt idx="10">
                  <c:v>30.311</c:v>
                </c:pt>
                <c:pt idx="11">
                  <c:v>30.253</c:v>
                </c:pt>
                <c:pt idx="12">
                  <c:v>30.201000000000001</c:v>
                </c:pt>
                <c:pt idx="13">
                  <c:v>30.151</c:v>
                </c:pt>
                <c:pt idx="14">
                  <c:v>30.094000000000001</c:v>
                </c:pt>
                <c:pt idx="15">
                  <c:v>30.042999999999999</c:v>
                </c:pt>
                <c:pt idx="16">
                  <c:v>29.994</c:v>
                </c:pt>
                <c:pt idx="17">
                  <c:v>29.937999999999999</c:v>
                </c:pt>
                <c:pt idx="18">
                  <c:v>29.888999999999999</c:v>
                </c:pt>
                <c:pt idx="19">
                  <c:v>29.84</c:v>
                </c:pt>
                <c:pt idx="20">
                  <c:v>29.786000000000001</c:v>
                </c:pt>
                <c:pt idx="21">
                  <c:v>29.738</c:v>
                </c:pt>
                <c:pt idx="22">
                  <c:v>29.69</c:v>
                </c:pt>
                <c:pt idx="23">
                  <c:v>29.637</c:v>
                </c:pt>
                <c:pt idx="24">
                  <c:v>29.59</c:v>
                </c:pt>
                <c:pt idx="25">
                  <c:v>29.491</c:v>
                </c:pt>
                <c:pt idx="26">
                  <c:v>29.4</c:v>
                </c:pt>
                <c:pt idx="27">
                  <c:v>29.303999999999998</c:v>
                </c:pt>
                <c:pt idx="28">
                  <c:v>29.209</c:v>
                </c:pt>
                <c:pt idx="29">
                  <c:v>29.122</c:v>
                </c:pt>
                <c:pt idx="30">
                  <c:v>29.03</c:v>
                </c:pt>
                <c:pt idx="31">
                  <c:v>28.898</c:v>
                </c:pt>
                <c:pt idx="32">
                  <c:v>28.768000000000001</c:v>
                </c:pt>
                <c:pt idx="33">
                  <c:v>28.641999999999999</c:v>
                </c:pt>
                <c:pt idx="34">
                  <c:v>28.518000000000001</c:v>
                </c:pt>
                <c:pt idx="35">
                  <c:v>28.277999999999999</c:v>
                </c:pt>
                <c:pt idx="36">
                  <c:v>28.048999999999999</c:v>
                </c:pt>
                <c:pt idx="37">
                  <c:v>27.83</c:v>
                </c:pt>
                <c:pt idx="38">
                  <c:v>27.62</c:v>
                </c:pt>
                <c:pt idx="39">
                  <c:v>27.42</c:v>
                </c:pt>
                <c:pt idx="40">
                  <c:v>27.228000000000002</c:v>
                </c:pt>
                <c:pt idx="41">
                  <c:v>27.044</c:v>
                </c:pt>
                <c:pt idx="42">
                  <c:v>26.869</c:v>
                </c:pt>
                <c:pt idx="43">
                  <c:v>26.701000000000001</c:v>
                </c:pt>
                <c:pt idx="44">
                  <c:v>26.54</c:v>
                </c:pt>
                <c:pt idx="45">
                  <c:v>26.385999999999999</c:v>
                </c:pt>
                <c:pt idx="46">
                  <c:v>26.239000000000001</c:v>
                </c:pt>
                <c:pt idx="47">
                  <c:v>26.099</c:v>
                </c:pt>
                <c:pt idx="48">
                  <c:v>25.963999999999999</c:v>
                </c:pt>
                <c:pt idx="49">
                  <c:v>25.835000000000001</c:v>
                </c:pt>
                <c:pt idx="50">
                  <c:v>25.712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4-4265-B248-9EB1B5F306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Time after peak (h)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  <c:min val="23"/>
        </c:scaling>
        <c:delete val="0"/>
        <c:axPos val="l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T_center (°C)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R0 vs SOC — Both Conditions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 (23°C)</c:v>
                </c:pt>
              </c:strCache>
            </c:strRef>
          </c:tx>
          <c:spPr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  <c:pt idx="5">
                  <c:v>50</c:v>
                </c:pt>
                <c:pt idx="6">
                  <c:v>40</c:v>
                </c:pt>
                <c:pt idx="7">
                  <c:v>30</c:v>
                </c:pt>
                <c:pt idx="8">
                  <c:v>20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2.75</c:v>
                </c:pt>
                <c:pt idx="1">
                  <c:v>3.27</c:v>
                </c:pt>
                <c:pt idx="2">
                  <c:v>2.31</c:v>
                </c:pt>
                <c:pt idx="3">
                  <c:v>2.0499999999999998</c:v>
                </c:pt>
                <c:pt idx="4">
                  <c:v>1.25</c:v>
                </c:pt>
                <c:pt idx="5">
                  <c:v>1.24</c:v>
                </c:pt>
                <c:pt idx="6">
                  <c:v>2.95</c:v>
                </c:pt>
                <c:pt idx="7">
                  <c:v>2.0499999999999998</c:v>
                </c:pt>
                <c:pt idx="8">
                  <c:v>2.35</c:v>
                </c:pt>
                <c:pt idx="9">
                  <c:v>2.87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854-4B5A-B721-2547F10E36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40°C</c:v>
                </c:pt>
              </c:strCache>
            </c:strRef>
          </c:tx>
          <c:spPr>
            <a:ln w="25400" cap="flat">
              <a:solidFill>
                <a:srgbClr val="14A8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A8A8"/>
              </a:solidFill>
              <a:ln w="9525" cap="flat">
                <a:solidFill>
                  <a:srgbClr val="14A8A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  <c:pt idx="5">
                  <c:v>50</c:v>
                </c:pt>
                <c:pt idx="6">
                  <c:v>40</c:v>
                </c:pt>
                <c:pt idx="7">
                  <c:v>30</c:v>
                </c:pt>
                <c:pt idx="8">
                  <c:v>20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3.15</c:v>
                </c:pt>
                <c:pt idx="1">
                  <c:v>2.7</c:v>
                </c:pt>
                <c:pt idx="2">
                  <c:v>2.4</c:v>
                </c:pt>
                <c:pt idx="3">
                  <c:v>2.37</c:v>
                </c:pt>
                <c:pt idx="4">
                  <c:v>2.08</c:v>
                </c:pt>
                <c:pt idx="5">
                  <c:v>2.42</c:v>
                </c:pt>
                <c:pt idx="6">
                  <c:v>2</c:v>
                </c:pt>
                <c:pt idx="7">
                  <c:v>1.28</c:v>
                </c:pt>
                <c:pt idx="8">
                  <c:v>1.23</c:v>
                </c:pt>
                <c:pt idx="9">
                  <c:v>2.94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854-4B5A-B721-2547F10E36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SOC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8"/>
          <c:min val="0.8"/>
        </c:scaling>
        <c:delete val="0"/>
        <c:axPos val="l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R0 (m</a:t>
                </a:r>
                <a:r>
                  <a:rPr lang="el-GR" sz="900" b="0" i="0" u="none" strike="noStrike">
                    <a:solidFill>
                      <a:srgbClr val="000000"/>
                    </a:solidFill>
                    <a:latin typeface="Arial"/>
                  </a:rPr>
                  <a:t>Ω)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4DFB6-9F5E-48D8-B4FC-55153F1E60C3}" type="datetimeFigureOut"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DCB96-223A-4A30-AF97-C53556683A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10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966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Goal: Build a Predictive Thermal Model for Zn-MnO2 Cells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611" y="4362824"/>
            <a:ext cx="11548093" cy="5692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dirty="0">
                <a:latin typeface="Calibri"/>
                <a:ea typeface="Calibri"/>
                <a:cs typeface="Calibri"/>
              </a:rPr>
              <a:t>Calibrate and validate a model that predicts cell temperature when cells are subjected to various currents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D0994-DCB6-A811-486C-9056EFD7FCF3}"/>
              </a:ext>
            </a:extLst>
          </p:cNvPr>
          <p:cNvSpPr txBox="1"/>
          <p:nvPr/>
        </p:nvSpPr>
        <p:spPr>
          <a:xfrm>
            <a:off x="10297731" y="6526580"/>
            <a:ext cx="189048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Malesa Sammy 04/02/2026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3899-D5FD-DAAB-0B2E-21773D0B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/>
              <a:t>Experimental Plan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0A31E5B-96B6-A12D-29C9-435443786BC5}"/>
              </a:ext>
            </a:extLst>
          </p:cNvPr>
          <p:cNvSpPr/>
          <p:nvPr/>
        </p:nvSpPr>
        <p:spPr>
          <a:xfrm>
            <a:off x="228600" y="520627"/>
            <a:ext cx="1109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>
                <a:solidFill>
                  <a:srgbClr val="8A9BB0"/>
                </a:solidFill>
                <a:latin typeface="Calibri"/>
                <a:ea typeface="Calibri"/>
                <a:cs typeface="Calibri"/>
              </a:rPr>
              <a:t>Four sequential tests — two parameters measured directly from data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CADDED4-A0B0-3EF5-5569-9C16DD001696}"/>
              </a:ext>
            </a:extLst>
          </p:cNvPr>
          <p:cNvSpPr/>
          <p:nvPr/>
        </p:nvSpPr>
        <p:spPr>
          <a:xfrm>
            <a:off x="475488" y="1487424"/>
            <a:ext cx="512064" cy="51206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9E3B9FF-865E-1449-A031-EFCA33E8AFF4}"/>
              </a:ext>
            </a:extLst>
          </p:cNvPr>
          <p:cNvSpPr/>
          <p:nvPr/>
        </p:nvSpPr>
        <p:spPr>
          <a:xfrm>
            <a:off x="627888" y="1639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8509CFDA-F2F2-EEC2-C6FB-5AAFEC642359}"/>
              </a:ext>
            </a:extLst>
          </p:cNvPr>
          <p:cNvSpPr/>
          <p:nvPr/>
        </p:nvSpPr>
        <p:spPr>
          <a:xfrm>
            <a:off x="3364992" y="1487424"/>
            <a:ext cx="512064" cy="51206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04396D3F-28B9-6904-DDB5-C1602D665F45}"/>
              </a:ext>
            </a:extLst>
          </p:cNvPr>
          <p:cNvSpPr/>
          <p:nvPr/>
        </p:nvSpPr>
        <p:spPr>
          <a:xfrm>
            <a:off x="6254496" y="1487424"/>
            <a:ext cx="512064" cy="5120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C20D1EC8-3E55-1780-23BB-CC72978A3765}"/>
              </a:ext>
            </a:extLst>
          </p:cNvPr>
          <p:cNvSpPr/>
          <p:nvPr/>
        </p:nvSpPr>
        <p:spPr>
          <a:xfrm>
            <a:off x="9144000" y="1487424"/>
            <a:ext cx="512064" cy="51206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E3E0280-E5D8-C719-54FD-7411C96E83B4}"/>
              </a:ext>
            </a:extLst>
          </p:cNvPr>
          <p:cNvGrpSpPr/>
          <p:nvPr/>
        </p:nvGrpSpPr>
        <p:grpSpPr>
          <a:xfrm>
            <a:off x="226859" y="975723"/>
            <a:ext cx="11377966" cy="4389120"/>
            <a:chOff x="362930" y="1402080"/>
            <a:chExt cx="11377966" cy="4389120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883F15E9-3EAC-94E7-7D15-84E25538AF66}"/>
                </a:ext>
              </a:extLst>
            </p:cNvPr>
            <p:cNvSpPr/>
            <p:nvPr/>
          </p:nvSpPr>
          <p:spPr>
            <a:xfrm>
              <a:off x="362930" y="1402080"/>
              <a:ext cx="2682240" cy="4389120"/>
            </a:xfrm>
            <a:prstGeom prst="rect">
              <a:avLst/>
            </a:prstGeom>
            <a:solidFill>
              <a:srgbClr val="D6F0E4"/>
            </a:solidFill>
            <a:ln w="19050">
              <a:solidFill>
                <a:srgbClr val="2E8B57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5393CBAB-7EBE-C08F-CB74-0E3DC7EB3243}"/>
                </a:ext>
              </a:extLst>
            </p:cNvPr>
            <p:cNvSpPr/>
            <p:nvPr/>
          </p:nvSpPr>
          <p:spPr>
            <a:xfrm>
              <a:off x="560251" y="2169595"/>
              <a:ext cx="24993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50" b="1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Convection coefficient Measurement</a:t>
              </a:r>
              <a:endParaRPr lang="en-US" sz="165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D854B7D0-C1B0-75F6-291B-E01345154313}"/>
                </a:ext>
              </a:extLst>
            </p:cNvPr>
            <p:cNvSpPr/>
            <p:nvPr/>
          </p:nvSpPr>
          <p:spPr>
            <a:xfrm>
              <a:off x="536448" y="2865120"/>
              <a:ext cx="2316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67" b="1" dirty="0">
                  <a:solidFill>
                    <a:srgbClr val="8A9B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</a:t>
              </a:r>
              <a:endParaRPr lang="en-US" sz="1267" dirty="0"/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E07837E6-344B-CAD6-43CB-8097AA9656A3}"/>
                </a:ext>
              </a:extLst>
            </p:cNvPr>
            <p:cNvSpPr/>
            <p:nvPr/>
          </p:nvSpPr>
          <p:spPr>
            <a:xfrm>
              <a:off x="536448" y="3108960"/>
              <a:ext cx="231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44 A pulse → OCV cool-down</a:t>
              </a:r>
              <a:endParaRPr lang="en-US" sz="1400" dirty="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1AFF0DDC-DE4D-B721-8B5A-6579298352DE}"/>
                </a:ext>
              </a:extLst>
            </p:cNvPr>
            <p:cNvSpPr/>
            <p:nvPr/>
          </p:nvSpPr>
          <p:spPr>
            <a:xfrm>
              <a:off x="536448" y="3755136"/>
              <a:ext cx="2316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67" b="1" dirty="0">
                  <a:solidFill>
                    <a:srgbClr val="8A9B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</a:t>
              </a:r>
              <a:endParaRPr lang="en-US" sz="1267" dirty="0"/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FD42DF78-C496-48C8-0EC7-9A84FB0F2D54}"/>
                </a:ext>
              </a:extLst>
            </p:cNvPr>
            <p:cNvSpPr/>
            <p:nvPr/>
          </p:nvSpPr>
          <p:spPr>
            <a:xfrm>
              <a:off x="536448" y="3998976"/>
              <a:ext cx="231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Fit T(t) = T∞ + ΔT·e^(−t/τ)</a:t>
              </a:r>
              <a:endParaRPr lang="en-US" sz="1400" dirty="0"/>
            </a:p>
          </p:txBody>
        </p:sp>
        <p:sp>
          <p:nvSpPr>
            <p:cNvPr id="23" name="Shape 11">
              <a:extLst>
                <a:ext uri="{FF2B5EF4-FFF2-40B4-BE49-F238E27FC236}">
                  <a16:creationId xmlns:a16="http://schemas.microsoft.com/office/drawing/2014/main" id="{D0655C82-FFCD-54BD-10D3-DF03FD7BE879}"/>
                </a:ext>
              </a:extLst>
            </p:cNvPr>
            <p:cNvSpPr/>
            <p:nvPr/>
          </p:nvSpPr>
          <p:spPr>
            <a:xfrm>
              <a:off x="536448" y="5340096"/>
              <a:ext cx="2316480" cy="341376"/>
            </a:xfrm>
            <a:prstGeom prst="rect">
              <a:avLst/>
            </a:prstGeom>
            <a:solidFill>
              <a:srgbClr val="2E8B57"/>
            </a:solidFill>
            <a:ln w="12700">
              <a:solidFill>
                <a:srgbClr val="2E8B57"/>
              </a:solidFill>
              <a:prstDash val="solid"/>
            </a:ln>
          </p:spPr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1791E1BF-7168-EB48-5A03-451229935DD0}"/>
                </a:ext>
              </a:extLst>
            </p:cNvPr>
            <p:cNvSpPr/>
            <p:nvPr/>
          </p:nvSpPr>
          <p:spPr>
            <a:xfrm>
              <a:off x="555498" y="5368671"/>
              <a:ext cx="2316480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Completed ✓</a:t>
              </a:r>
              <a:endParaRPr lang="en-US" sz="1267" dirty="0"/>
            </a:p>
          </p:txBody>
        </p:sp>
        <p:sp>
          <p:nvSpPr>
            <p:cNvPr id="27" name="Shape 13">
              <a:extLst>
                <a:ext uri="{FF2B5EF4-FFF2-40B4-BE49-F238E27FC236}">
                  <a16:creationId xmlns:a16="http://schemas.microsoft.com/office/drawing/2014/main" id="{5EA4F0EC-F128-6E37-7530-F70D2A42B31F}"/>
                </a:ext>
              </a:extLst>
            </p:cNvPr>
            <p:cNvSpPr/>
            <p:nvPr/>
          </p:nvSpPr>
          <p:spPr>
            <a:xfrm>
              <a:off x="3279648" y="1402080"/>
              <a:ext cx="2682240" cy="4389120"/>
            </a:xfrm>
            <a:prstGeom prst="rect">
              <a:avLst/>
            </a:prstGeom>
            <a:solidFill>
              <a:srgbClr val="D6F0E4"/>
            </a:solidFill>
            <a:ln w="19050">
              <a:solidFill>
                <a:srgbClr val="2E8B57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1" name="Text 15">
              <a:extLst>
                <a:ext uri="{FF2B5EF4-FFF2-40B4-BE49-F238E27FC236}">
                  <a16:creationId xmlns:a16="http://schemas.microsoft.com/office/drawing/2014/main" id="{2782F6F3-B9E5-92C9-13CD-6AAD456DA3FA}"/>
                </a:ext>
              </a:extLst>
            </p:cNvPr>
            <p:cNvSpPr/>
            <p:nvPr/>
          </p:nvSpPr>
          <p:spPr>
            <a:xfrm>
              <a:off x="3517392" y="1639824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2400" dirty="0"/>
            </a:p>
          </p:txBody>
        </p:sp>
        <p:sp>
          <p:nvSpPr>
            <p:cNvPr id="33" name="Text 16">
              <a:extLst>
                <a:ext uri="{FF2B5EF4-FFF2-40B4-BE49-F238E27FC236}">
                  <a16:creationId xmlns:a16="http://schemas.microsoft.com/office/drawing/2014/main" id="{6E8CABD6-CE6B-1F01-D4DB-326527181F14}"/>
                </a:ext>
              </a:extLst>
            </p:cNvPr>
            <p:cNvSpPr/>
            <p:nvPr/>
          </p:nvSpPr>
          <p:spPr>
            <a:xfrm>
              <a:off x="3377184" y="2097024"/>
              <a:ext cx="24993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67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R0 Measurement (GITT)</a:t>
              </a:r>
              <a:endParaRPr lang="en-US" sz="1667" dirty="0"/>
            </a:p>
          </p:txBody>
        </p:sp>
        <p:sp>
          <p:nvSpPr>
            <p:cNvPr id="35" name="Text 17">
              <a:extLst>
                <a:ext uri="{FF2B5EF4-FFF2-40B4-BE49-F238E27FC236}">
                  <a16:creationId xmlns:a16="http://schemas.microsoft.com/office/drawing/2014/main" id="{529E5280-479A-A9A8-F229-050248A10342}"/>
                </a:ext>
              </a:extLst>
            </p:cNvPr>
            <p:cNvSpPr/>
            <p:nvPr/>
          </p:nvSpPr>
          <p:spPr>
            <a:xfrm>
              <a:off x="3425952" y="2865120"/>
              <a:ext cx="2316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67" b="1" dirty="0">
                  <a:solidFill>
                    <a:srgbClr val="8A9B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</a:t>
              </a:r>
              <a:endParaRPr lang="en-US" sz="1267" dirty="0"/>
            </a:p>
          </p:txBody>
        </p:sp>
        <p:sp>
          <p:nvSpPr>
            <p:cNvPr id="37" name="Text 18">
              <a:extLst>
                <a:ext uri="{FF2B5EF4-FFF2-40B4-BE49-F238E27FC236}">
                  <a16:creationId xmlns:a16="http://schemas.microsoft.com/office/drawing/2014/main" id="{3B4D7F96-7C03-E59F-5912-55E34CA7F7AC}"/>
                </a:ext>
              </a:extLst>
            </p:cNvPr>
            <p:cNvSpPr/>
            <p:nvPr/>
          </p:nvSpPr>
          <p:spPr>
            <a:xfrm>
              <a:off x="3425952" y="3108960"/>
              <a:ext cx="231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 A / 10 s pulses, 100% → 10% SOC</a:t>
              </a:r>
              <a:endParaRPr lang="en-US" sz="1400" dirty="0"/>
            </a:p>
          </p:txBody>
        </p:sp>
        <p:sp>
          <p:nvSpPr>
            <p:cNvPr id="39" name="Text 19">
              <a:extLst>
                <a:ext uri="{FF2B5EF4-FFF2-40B4-BE49-F238E27FC236}">
                  <a16:creationId xmlns:a16="http://schemas.microsoft.com/office/drawing/2014/main" id="{046BECC0-F4F9-E678-5712-166B426AC453}"/>
                </a:ext>
              </a:extLst>
            </p:cNvPr>
            <p:cNvSpPr/>
            <p:nvPr/>
          </p:nvSpPr>
          <p:spPr>
            <a:xfrm>
              <a:off x="3425952" y="3755136"/>
              <a:ext cx="2316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67" b="1" dirty="0">
                  <a:solidFill>
                    <a:srgbClr val="8A9B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</a:t>
              </a:r>
              <a:endParaRPr lang="en-US" sz="1267" dirty="0"/>
            </a:p>
          </p:txBody>
        </p:sp>
        <p:sp>
          <p:nvSpPr>
            <p:cNvPr id="41" name="Text 20">
              <a:extLst>
                <a:ext uri="{FF2B5EF4-FFF2-40B4-BE49-F238E27FC236}">
                  <a16:creationId xmlns:a16="http://schemas.microsoft.com/office/drawing/2014/main" id="{FD13DFC8-9434-0880-3D2E-0633D1BD964B}"/>
                </a:ext>
              </a:extLst>
            </p:cNvPr>
            <p:cNvSpPr/>
            <p:nvPr/>
          </p:nvSpPr>
          <p:spPr>
            <a:xfrm>
              <a:off x="3425952" y="3998976"/>
              <a:ext cx="231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R0 = |ΔV| / I at each SOC</a:t>
              </a:r>
              <a:endParaRPr lang="en-US" sz="1400" dirty="0"/>
            </a:p>
          </p:txBody>
        </p:sp>
        <p:sp>
          <p:nvSpPr>
            <p:cNvPr id="43" name="Shape 21">
              <a:extLst>
                <a:ext uri="{FF2B5EF4-FFF2-40B4-BE49-F238E27FC236}">
                  <a16:creationId xmlns:a16="http://schemas.microsoft.com/office/drawing/2014/main" id="{10BEF6D7-95DB-F6F6-F9FE-656AB00F417D}"/>
                </a:ext>
              </a:extLst>
            </p:cNvPr>
            <p:cNvSpPr/>
            <p:nvPr/>
          </p:nvSpPr>
          <p:spPr>
            <a:xfrm>
              <a:off x="3425952" y="5340096"/>
              <a:ext cx="2316480" cy="341376"/>
            </a:xfrm>
            <a:prstGeom prst="rect">
              <a:avLst/>
            </a:prstGeom>
            <a:solidFill>
              <a:srgbClr val="2E8B57"/>
            </a:solidFill>
            <a:ln w="12700">
              <a:solidFill>
                <a:srgbClr val="2E8B57"/>
              </a:solidFill>
              <a:prstDash val="solid"/>
            </a:ln>
          </p:spPr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38B5AE2F-984E-8723-2C2E-AA98222A6F76}"/>
                </a:ext>
              </a:extLst>
            </p:cNvPr>
            <p:cNvSpPr/>
            <p:nvPr/>
          </p:nvSpPr>
          <p:spPr>
            <a:xfrm>
              <a:off x="3502152" y="5368671"/>
              <a:ext cx="2316480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Completed ✓</a:t>
              </a:r>
              <a:endParaRPr lang="en-US" sz="1267" dirty="0"/>
            </a:p>
          </p:txBody>
        </p:sp>
        <p:sp>
          <p:nvSpPr>
            <p:cNvPr id="47" name="Shape 23">
              <a:extLst>
                <a:ext uri="{FF2B5EF4-FFF2-40B4-BE49-F238E27FC236}">
                  <a16:creationId xmlns:a16="http://schemas.microsoft.com/office/drawing/2014/main" id="{D124AD13-ED27-51F0-C4AD-A8D6ACB62FF8}"/>
                </a:ext>
              </a:extLst>
            </p:cNvPr>
            <p:cNvSpPr/>
            <p:nvPr/>
          </p:nvSpPr>
          <p:spPr>
            <a:xfrm>
              <a:off x="6169152" y="1402080"/>
              <a:ext cx="2682240" cy="4389120"/>
            </a:xfrm>
            <a:prstGeom prst="rect">
              <a:avLst/>
            </a:prstGeom>
            <a:solidFill>
              <a:srgbClr val="FFF5E0"/>
            </a:solidFill>
            <a:ln w="19050">
              <a:solidFill>
                <a:srgbClr val="E8A02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1" name="Text 25">
              <a:extLst>
                <a:ext uri="{FF2B5EF4-FFF2-40B4-BE49-F238E27FC236}">
                  <a16:creationId xmlns:a16="http://schemas.microsoft.com/office/drawing/2014/main" id="{C78F3D69-130F-7F6C-F30C-780A6A203B40}"/>
                </a:ext>
              </a:extLst>
            </p:cNvPr>
            <p:cNvSpPr/>
            <p:nvPr/>
          </p:nvSpPr>
          <p:spPr>
            <a:xfrm>
              <a:off x="6406896" y="1639824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53" name="Text 26">
              <a:extLst>
                <a:ext uri="{FF2B5EF4-FFF2-40B4-BE49-F238E27FC236}">
                  <a16:creationId xmlns:a16="http://schemas.microsoft.com/office/drawing/2014/main" id="{833514EC-1D3F-1667-C265-DE2168AEC2B4}"/>
                </a:ext>
              </a:extLst>
            </p:cNvPr>
            <p:cNvSpPr/>
            <p:nvPr/>
          </p:nvSpPr>
          <p:spPr>
            <a:xfrm>
              <a:off x="6266688" y="2097024"/>
              <a:ext cx="24993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67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Calibration Cycling</a:t>
              </a:r>
              <a:endParaRPr lang="en-US" sz="1667" dirty="0"/>
            </a:p>
          </p:txBody>
        </p:sp>
        <p:sp>
          <p:nvSpPr>
            <p:cNvPr id="55" name="Text 27">
              <a:extLst>
                <a:ext uri="{FF2B5EF4-FFF2-40B4-BE49-F238E27FC236}">
                  <a16:creationId xmlns:a16="http://schemas.microsoft.com/office/drawing/2014/main" id="{04DCC443-9D7D-CC7C-5079-B524D874D297}"/>
                </a:ext>
              </a:extLst>
            </p:cNvPr>
            <p:cNvSpPr/>
            <p:nvPr/>
          </p:nvSpPr>
          <p:spPr>
            <a:xfrm>
              <a:off x="6315456" y="2865120"/>
              <a:ext cx="2316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67" b="1" dirty="0">
                  <a:solidFill>
                    <a:srgbClr val="8A9B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</a:t>
              </a:r>
              <a:endParaRPr lang="en-US" sz="1267" dirty="0"/>
            </a:p>
          </p:txBody>
        </p:sp>
        <p:sp>
          <p:nvSpPr>
            <p:cNvPr id="57" name="Text 28">
              <a:extLst>
                <a:ext uri="{FF2B5EF4-FFF2-40B4-BE49-F238E27FC236}">
                  <a16:creationId xmlns:a16="http://schemas.microsoft.com/office/drawing/2014/main" id="{22BC09F5-80BB-A12D-F8BC-353AC55872FD}"/>
                </a:ext>
              </a:extLst>
            </p:cNvPr>
            <p:cNvSpPr/>
            <p:nvPr/>
          </p:nvSpPr>
          <p:spPr>
            <a:xfrm>
              <a:off x="6315456" y="3108960"/>
              <a:ext cx="231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15 A &amp; 30 A, 30 min pulses</a:t>
              </a:r>
            </a:p>
          </p:txBody>
        </p:sp>
        <p:sp>
          <p:nvSpPr>
            <p:cNvPr id="59" name="Text 29">
              <a:extLst>
                <a:ext uri="{FF2B5EF4-FFF2-40B4-BE49-F238E27FC236}">
                  <a16:creationId xmlns:a16="http://schemas.microsoft.com/office/drawing/2014/main" id="{072B9011-9C1F-3368-D4F9-A6AF0E70C539}"/>
                </a:ext>
              </a:extLst>
            </p:cNvPr>
            <p:cNvSpPr/>
            <p:nvPr/>
          </p:nvSpPr>
          <p:spPr>
            <a:xfrm>
              <a:off x="6315456" y="3755136"/>
              <a:ext cx="2316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67" b="1" dirty="0">
                  <a:solidFill>
                    <a:srgbClr val="8A9B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</a:t>
              </a:r>
              <a:endParaRPr lang="en-US" sz="1267" dirty="0"/>
            </a:p>
          </p:txBody>
        </p:sp>
        <p:sp>
          <p:nvSpPr>
            <p:cNvPr id="61" name="Text 30">
              <a:extLst>
                <a:ext uri="{FF2B5EF4-FFF2-40B4-BE49-F238E27FC236}">
                  <a16:creationId xmlns:a16="http://schemas.microsoft.com/office/drawing/2014/main" id="{FE7EE4F9-735E-2472-A360-537869F617CE}"/>
                </a:ext>
              </a:extLst>
            </p:cNvPr>
            <p:cNvSpPr/>
            <p:nvPr/>
          </p:nvSpPr>
          <p:spPr>
            <a:xfrm>
              <a:off x="6315456" y="3998976"/>
              <a:ext cx="231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Validate model + ageing rate</a:t>
              </a:r>
              <a:endParaRPr lang="en-US" sz="1400" dirty="0"/>
            </a:p>
          </p:txBody>
        </p:sp>
        <p:sp>
          <p:nvSpPr>
            <p:cNvPr id="63" name="Shape 31">
              <a:extLst>
                <a:ext uri="{FF2B5EF4-FFF2-40B4-BE49-F238E27FC236}">
                  <a16:creationId xmlns:a16="http://schemas.microsoft.com/office/drawing/2014/main" id="{8EE5866A-E5CE-5012-DF7B-9CB7BF4063DB}"/>
                </a:ext>
              </a:extLst>
            </p:cNvPr>
            <p:cNvSpPr/>
            <p:nvPr/>
          </p:nvSpPr>
          <p:spPr>
            <a:xfrm>
              <a:off x="6315456" y="5340096"/>
              <a:ext cx="2316480" cy="341376"/>
            </a:xfrm>
            <a:prstGeom prst="rect">
              <a:avLst/>
            </a:prstGeom>
            <a:solidFill>
              <a:srgbClr val="E8A020"/>
            </a:solidFill>
            <a:ln w="12700">
              <a:solidFill>
                <a:srgbClr val="E8A020"/>
              </a:solidFill>
              <a:prstDash val="solid"/>
            </a:ln>
          </p:spPr>
        </p:sp>
        <p:sp>
          <p:nvSpPr>
            <p:cNvPr id="65" name="Text 32">
              <a:extLst>
                <a:ext uri="{FF2B5EF4-FFF2-40B4-BE49-F238E27FC236}">
                  <a16:creationId xmlns:a16="http://schemas.microsoft.com/office/drawing/2014/main" id="{0BE1E971-BD38-C514-9D2C-FD3D3E8AC3DD}"/>
                </a:ext>
              </a:extLst>
            </p:cNvPr>
            <p:cNvSpPr/>
            <p:nvPr/>
          </p:nvSpPr>
          <p:spPr>
            <a:xfrm>
              <a:off x="6391656" y="5368671"/>
              <a:ext cx="2316480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Next step ⟶</a:t>
              </a:r>
              <a:endParaRPr lang="en-US" sz="1267" dirty="0"/>
            </a:p>
          </p:txBody>
        </p:sp>
        <p:sp>
          <p:nvSpPr>
            <p:cNvPr id="67" name="Shape 33">
              <a:extLst>
                <a:ext uri="{FF2B5EF4-FFF2-40B4-BE49-F238E27FC236}">
                  <a16:creationId xmlns:a16="http://schemas.microsoft.com/office/drawing/2014/main" id="{51F4B424-88E7-3070-44B4-7325ADA5F738}"/>
                </a:ext>
              </a:extLst>
            </p:cNvPr>
            <p:cNvSpPr/>
            <p:nvPr/>
          </p:nvSpPr>
          <p:spPr>
            <a:xfrm>
              <a:off x="9058656" y="1402080"/>
              <a:ext cx="2682240" cy="4389120"/>
            </a:xfrm>
            <a:prstGeom prst="rect">
              <a:avLst/>
            </a:prstGeom>
            <a:solidFill>
              <a:srgbClr val="EEF2F5"/>
            </a:solidFill>
            <a:ln w="19050">
              <a:solidFill>
                <a:srgbClr val="CCCCCC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71" name="Text 35">
              <a:extLst>
                <a:ext uri="{FF2B5EF4-FFF2-40B4-BE49-F238E27FC236}">
                  <a16:creationId xmlns:a16="http://schemas.microsoft.com/office/drawing/2014/main" id="{6BEE179A-AD5F-49D7-63DD-CE25CFC84242}"/>
                </a:ext>
              </a:extLst>
            </p:cNvPr>
            <p:cNvSpPr/>
            <p:nvPr/>
          </p:nvSpPr>
          <p:spPr>
            <a:xfrm>
              <a:off x="9296400" y="1639824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2400" dirty="0"/>
            </a:p>
          </p:txBody>
        </p:sp>
        <p:sp>
          <p:nvSpPr>
            <p:cNvPr id="73" name="Text 36">
              <a:extLst>
                <a:ext uri="{FF2B5EF4-FFF2-40B4-BE49-F238E27FC236}">
                  <a16:creationId xmlns:a16="http://schemas.microsoft.com/office/drawing/2014/main" id="{F235ADC7-B11B-8E4E-9675-D0D7A08FBEDF}"/>
                </a:ext>
              </a:extLst>
            </p:cNvPr>
            <p:cNvSpPr/>
            <p:nvPr/>
          </p:nvSpPr>
          <p:spPr>
            <a:xfrm>
              <a:off x="9156192" y="2097024"/>
              <a:ext cx="24993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67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Validation Test</a:t>
              </a:r>
              <a:endParaRPr lang="en-US" sz="1667" dirty="0"/>
            </a:p>
          </p:txBody>
        </p:sp>
        <p:sp>
          <p:nvSpPr>
            <p:cNvPr id="75" name="Text 37">
              <a:extLst>
                <a:ext uri="{FF2B5EF4-FFF2-40B4-BE49-F238E27FC236}">
                  <a16:creationId xmlns:a16="http://schemas.microsoft.com/office/drawing/2014/main" id="{DB0CE69D-099E-6C44-8641-434C8160700F}"/>
                </a:ext>
              </a:extLst>
            </p:cNvPr>
            <p:cNvSpPr/>
            <p:nvPr/>
          </p:nvSpPr>
          <p:spPr>
            <a:xfrm>
              <a:off x="9204960" y="2865120"/>
              <a:ext cx="2316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67" b="1" dirty="0">
                  <a:solidFill>
                    <a:srgbClr val="8A9B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</a:t>
              </a:r>
              <a:endParaRPr lang="en-US" sz="1267" dirty="0"/>
            </a:p>
          </p:txBody>
        </p:sp>
        <p:sp>
          <p:nvSpPr>
            <p:cNvPr id="77" name="Text 38">
              <a:extLst>
                <a:ext uri="{FF2B5EF4-FFF2-40B4-BE49-F238E27FC236}">
                  <a16:creationId xmlns:a16="http://schemas.microsoft.com/office/drawing/2014/main" id="{527FF64D-98E9-1D57-B533-A58C51B8F731}"/>
                </a:ext>
              </a:extLst>
            </p:cNvPr>
            <p:cNvSpPr/>
            <p:nvPr/>
          </p:nvSpPr>
          <p:spPr>
            <a:xfrm>
              <a:off x="9204960" y="3108960"/>
              <a:ext cx="231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Unseen current level on fresh cell</a:t>
              </a:r>
              <a:endParaRPr lang="en-US" sz="1400" dirty="0"/>
            </a:p>
          </p:txBody>
        </p:sp>
        <p:sp>
          <p:nvSpPr>
            <p:cNvPr id="79" name="Text 39">
              <a:extLst>
                <a:ext uri="{FF2B5EF4-FFF2-40B4-BE49-F238E27FC236}">
                  <a16:creationId xmlns:a16="http://schemas.microsoft.com/office/drawing/2014/main" id="{7FB25813-9C0F-B7D3-8D28-785D35ECA1D8}"/>
                </a:ext>
              </a:extLst>
            </p:cNvPr>
            <p:cNvSpPr/>
            <p:nvPr/>
          </p:nvSpPr>
          <p:spPr>
            <a:xfrm>
              <a:off x="9204960" y="3755136"/>
              <a:ext cx="2316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67" b="1" dirty="0">
                  <a:solidFill>
                    <a:srgbClr val="8A9B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</a:t>
              </a:r>
              <a:endParaRPr lang="en-US" sz="1267" dirty="0"/>
            </a:p>
          </p:txBody>
        </p:sp>
        <p:sp>
          <p:nvSpPr>
            <p:cNvPr id="81" name="Text 40">
              <a:extLst>
                <a:ext uri="{FF2B5EF4-FFF2-40B4-BE49-F238E27FC236}">
                  <a16:creationId xmlns:a16="http://schemas.microsoft.com/office/drawing/2014/main" id="{FC563E71-E59B-A3A5-9BBB-A371DF812FA8}"/>
                </a:ext>
              </a:extLst>
            </p:cNvPr>
            <p:cNvSpPr/>
            <p:nvPr/>
          </p:nvSpPr>
          <p:spPr>
            <a:xfrm>
              <a:off x="9204960" y="3998976"/>
              <a:ext cx="231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Blind prediction vs. measurement</a:t>
              </a:r>
              <a:endParaRPr lang="en-US" sz="1400" dirty="0"/>
            </a:p>
          </p:txBody>
        </p:sp>
        <p:sp>
          <p:nvSpPr>
            <p:cNvPr id="83" name="Shape 41">
              <a:extLst>
                <a:ext uri="{FF2B5EF4-FFF2-40B4-BE49-F238E27FC236}">
                  <a16:creationId xmlns:a16="http://schemas.microsoft.com/office/drawing/2014/main" id="{C829B3C3-49FB-DFF7-7C35-491882836E0F}"/>
                </a:ext>
              </a:extLst>
            </p:cNvPr>
            <p:cNvSpPr/>
            <p:nvPr/>
          </p:nvSpPr>
          <p:spPr>
            <a:xfrm>
              <a:off x="9204960" y="5340096"/>
              <a:ext cx="2316480" cy="341376"/>
            </a:xfrm>
            <a:prstGeom prst="rect">
              <a:avLst/>
            </a:prstGeom>
            <a:solidFill>
              <a:srgbClr val="AAAAAA"/>
            </a:solidFill>
            <a:ln w="12700">
              <a:solidFill>
                <a:srgbClr val="AAAAAA"/>
              </a:solidFill>
              <a:prstDash val="solid"/>
            </a:ln>
          </p:spPr>
        </p:sp>
        <p:sp>
          <p:nvSpPr>
            <p:cNvPr id="85" name="Text 42">
              <a:extLst>
                <a:ext uri="{FF2B5EF4-FFF2-40B4-BE49-F238E27FC236}">
                  <a16:creationId xmlns:a16="http://schemas.microsoft.com/office/drawing/2014/main" id="{BD126949-0608-47FC-E4F9-08A98B01E9BD}"/>
                </a:ext>
              </a:extLst>
            </p:cNvPr>
            <p:cNvSpPr/>
            <p:nvPr/>
          </p:nvSpPr>
          <p:spPr>
            <a:xfrm>
              <a:off x="9281160" y="5340096"/>
              <a:ext cx="2316480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Future</a:t>
              </a:r>
              <a:endParaRPr lang="en-US" sz="1267" dirty="0"/>
            </a:p>
          </p:txBody>
        </p:sp>
      </p:grpSp>
      <p:sp>
        <p:nvSpPr>
          <p:cNvPr id="88" name="Shape 43">
            <a:extLst>
              <a:ext uri="{FF2B5EF4-FFF2-40B4-BE49-F238E27FC236}">
                <a16:creationId xmlns:a16="http://schemas.microsoft.com/office/drawing/2014/main" id="{6EB5AB25-AC6E-6B1E-AF52-DE2544C3623E}"/>
              </a:ext>
            </a:extLst>
          </p:cNvPr>
          <p:cNvSpPr/>
          <p:nvPr/>
        </p:nvSpPr>
        <p:spPr>
          <a:xfrm>
            <a:off x="263144" y="5614053"/>
            <a:ext cx="11411712" cy="670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0" name="Text 44">
            <a:extLst>
              <a:ext uri="{FF2B5EF4-FFF2-40B4-BE49-F238E27FC236}">
                <a16:creationId xmlns:a16="http://schemas.microsoft.com/office/drawing/2014/main" id="{AC4B7E7B-0770-29B7-AF78-A1AC327AF915}"/>
              </a:ext>
            </a:extLst>
          </p:cNvPr>
          <p:cNvSpPr/>
          <p:nvPr/>
        </p:nvSpPr>
        <p:spPr>
          <a:xfrm>
            <a:off x="421640" y="5638437"/>
            <a:ext cx="11094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rgbClr val="D4EBF0"/>
                </a:solidFill>
                <a:latin typeface="Calibri"/>
                <a:ea typeface="Calibri"/>
                <a:cs typeface="Calibri"/>
              </a:rPr>
              <a:t>Parameters:   </a:t>
            </a:r>
            <a:r>
              <a:rPr lang="en-US" sz="1400" dirty="0" err="1">
                <a:solidFill>
                  <a:srgbClr val="D4EBF0"/>
                </a:solidFill>
                <a:latin typeface="Calibri"/>
                <a:ea typeface="Calibri"/>
                <a:cs typeface="Calibri"/>
              </a:rPr>
              <a:t>h_conv</a:t>
            </a:r>
            <a:r>
              <a:rPr lang="en-US" sz="1400" dirty="0">
                <a:solidFill>
                  <a:srgbClr val="D4EBF0"/>
                </a:solidFill>
                <a:latin typeface="Calibri"/>
                <a:ea typeface="Calibri"/>
                <a:cs typeface="Calibri"/>
              </a:rPr>
              <a:t> — measured from Test 1   |   R0 — measured from Test 2   | Cycling/Ageing rate — verified in Test 3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D9D5806F-2653-00C9-D487-13BA87658692}"/>
              </a:ext>
            </a:extLst>
          </p:cNvPr>
          <p:cNvSpPr/>
          <p:nvPr/>
        </p:nvSpPr>
        <p:spPr>
          <a:xfrm>
            <a:off x="371421" y="123251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24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075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EE470-1DAE-45C7-310E-77BB6ABF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72052-38B3-8A06-AD9B-E36E0E762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/>
              <a:t>Experimental Set Up</a:t>
            </a:r>
          </a:p>
        </p:txBody>
      </p:sp>
      <p:pic>
        <p:nvPicPr>
          <p:cNvPr id="3" name="Picture 2" descr="A white cylinder with a wire attached to it&#10;&#10;AI-generated content may be incorrect.">
            <a:extLst>
              <a:ext uri="{FF2B5EF4-FFF2-40B4-BE49-F238E27FC236}">
                <a16:creationId xmlns:a16="http://schemas.microsoft.com/office/drawing/2014/main" id="{97470EE0-AE91-92A7-EBFF-002E33D68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57" y="781822"/>
            <a:ext cx="3494943" cy="5443903"/>
          </a:xfrm>
          <a:prstGeom prst="rect">
            <a:avLst/>
          </a:prstGeom>
        </p:spPr>
      </p:pic>
      <p:pic>
        <p:nvPicPr>
          <p:cNvPr id="4" name="Picture 3" descr="A white cylinder with yellow tape&#10;&#10;AI-generated content may be incorrect.">
            <a:extLst>
              <a:ext uri="{FF2B5EF4-FFF2-40B4-BE49-F238E27FC236}">
                <a16:creationId xmlns:a16="http://schemas.microsoft.com/office/drawing/2014/main" id="{FC765B5F-4CFE-43AE-7220-5141C0C22B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60" r="341" b="-183"/>
          <a:stretch>
            <a:fillRect/>
          </a:stretch>
        </p:blipFill>
        <p:spPr>
          <a:xfrm>
            <a:off x="4311161" y="786546"/>
            <a:ext cx="3135947" cy="5436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0866D3-816B-9A54-4C05-00D745532F15}"/>
              </a:ext>
            </a:extLst>
          </p:cNvPr>
          <p:cNvSpPr txBox="1"/>
          <p:nvPr/>
        </p:nvSpPr>
        <p:spPr>
          <a:xfrm>
            <a:off x="7797797" y="1155699"/>
            <a:ext cx="425779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One thermocouple inserted halfway down the center of the jellyroll- this measures the </a:t>
            </a:r>
            <a:r>
              <a:rPr lang="en-US" err="1"/>
              <a:t>ce</a:t>
            </a:r>
            <a:r>
              <a:rPr lang="en-US"/>
              <a:t>nter temperature and the </a:t>
            </a:r>
            <a:r>
              <a:rPr lang="en-US" err="1"/>
              <a:t>ent</a:t>
            </a:r>
            <a:r>
              <a:rPr lang="en-US"/>
              <a:t>ire jellyroll is assumed to be at this temperature. 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One thermocouple halfway along the height of the cell canister- this is used as the surface temperature for the model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961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D01F0A-4520-5128-D6D9-961EC7424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 dirty="0"/>
              <a:t>Test 1- Convection </a:t>
            </a:r>
            <a:r>
              <a:rPr lang="en-US" sz="2400" b="1"/>
              <a:t>coefficient</a:t>
            </a:r>
            <a:r>
              <a:rPr lang="en-US" sz="2400" b="1" dirty="0"/>
              <a:t> (h)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8EF6D6F-16AD-1313-1BA3-6A134CB27340}"/>
              </a:ext>
            </a:extLst>
          </p:cNvPr>
          <p:cNvSpPr/>
          <p:nvPr/>
        </p:nvSpPr>
        <p:spPr>
          <a:xfrm>
            <a:off x="228600" y="520627"/>
            <a:ext cx="1109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A pulse → full OCV cool-down  |  Fitted: T(t) = T∞ + ΔT₀ · exp(−t/τ)  |  h = m·c_p / (τ·A)</a:t>
            </a:r>
            <a:endParaRPr lang="en-US" sz="1733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841DDAC-7C8F-CF41-A514-4D14DA1B0065}"/>
              </a:ext>
            </a:extLst>
          </p:cNvPr>
          <p:cNvSpPr/>
          <p:nvPr/>
        </p:nvSpPr>
        <p:spPr>
          <a:xfrm>
            <a:off x="390144" y="134112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5B5C93D-4865-C4C1-38AB-0088D59BF23D}"/>
              </a:ext>
            </a:extLst>
          </p:cNvPr>
          <p:cNvSpPr/>
          <p:nvPr/>
        </p:nvSpPr>
        <p:spPr>
          <a:xfrm>
            <a:off x="536448" y="1438656"/>
            <a:ext cx="232867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</a:t>
            </a:r>
            <a:endParaRPr lang="en-US" sz="4267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E918154-51EB-A819-3669-B061DAB4D42B}"/>
              </a:ext>
            </a:extLst>
          </p:cNvPr>
          <p:cNvSpPr/>
          <p:nvPr/>
        </p:nvSpPr>
        <p:spPr>
          <a:xfrm>
            <a:off x="536448" y="2048256"/>
            <a:ext cx="232867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W/m²·K</a:t>
            </a:r>
            <a:endParaRPr lang="en-US" sz="1467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30DEC79-5902-7FC7-F864-300A45175219}"/>
              </a:ext>
            </a:extLst>
          </p:cNvPr>
          <p:cNvSpPr/>
          <p:nvPr/>
        </p:nvSpPr>
        <p:spPr>
          <a:xfrm>
            <a:off x="536448" y="2292096"/>
            <a:ext cx="23286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h_conv  RT (23°C)</a:t>
            </a:r>
            <a:endParaRPr lang="en-US" sz="14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9E6EE3E-0255-E4ED-26A4-028DEEF7633A}"/>
              </a:ext>
            </a:extLst>
          </p:cNvPr>
          <p:cNvSpPr/>
          <p:nvPr/>
        </p:nvSpPr>
        <p:spPr>
          <a:xfrm>
            <a:off x="390144" y="286512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EC0C85B7-C695-0648-6A12-B92D2AE0BBCF}"/>
              </a:ext>
            </a:extLst>
          </p:cNvPr>
          <p:cNvSpPr/>
          <p:nvPr/>
        </p:nvSpPr>
        <p:spPr>
          <a:xfrm>
            <a:off x="536448" y="2962656"/>
            <a:ext cx="232867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</a:t>
            </a:r>
            <a:endParaRPr lang="en-US" sz="4267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01B0163-B809-6019-4177-BE6078B804B0}"/>
              </a:ext>
            </a:extLst>
          </p:cNvPr>
          <p:cNvSpPr/>
          <p:nvPr/>
        </p:nvSpPr>
        <p:spPr>
          <a:xfrm>
            <a:off x="536448" y="3572256"/>
            <a:ext cx="232867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W/m²·K</a:t>
            </a:r>
            <a:endParaRPr lang="en-US" sz="1467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A9A3FD9F-1ECB-B343-50FB-D7E2A968F39B}"/>
              </a:ext>
            </a:extLst>
          </p:cNvPr>
          <p:cNvSpPr/>
          <p:nvPr/>
        </p:nvSpPr>
        <p:spPr>
          <a:xfrm>
            <a:off x="536448" y="3816096"/>
            <a:ext cx="23286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h_conv  40°C</a:t>
            </a:r>
            <a:endParaRPr lang="en-US" sz="14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F30F077E-E296-C31D-5FAC-382733261A55}"/>
              </a:ext>
            </a:extLst>
          </p:cNvPr>
          <p:cNvSpPr/>
          <p:nvPr/>
        </p:nvSpPr>
        <p:spPr>
          <a:xfrm>
            <a:off x="390144" y="438912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95A56796-143F-1A73-4E71-E316660E23B8}"/>
              </a:ext>
            </a:extLst>
          </p:cNvPr>
          <p:cNvSpPr/>
          <p:nvPr/>
        </p:nvSpPr>
        <p:spPr>
          <a:xfrm>
            <a:off x="536448" y="4486656"/>
            <a:ext cx="232867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676 min</a:t>
            </a:r>
            <a:endParaRPr lang="en-US" sz="4267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B135E48-24B6-0B1B-4FB4-440EA4079F04}"/>
              </a:ext>
            </a:extLst>
          </p:cNvPr>
          <p:cNvSpPr/>
          <p:nvPr/>
        </p:nvSpPr>
        <p:spPr>
          <a:xfrm>
            <a:off x="536448" y="5340096"/>
            <a:ext cx="23286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time constant</a:t>
            </a:r>
            <a:endParaRPr lang="en-US" sz="14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EDDE9061-4E01-20B8-76A6-59C3B6700647}"/>
              </a:ext>
            </a:extLst>
          </p:cNvPr>
          <p:cNvSpPr/>
          <p:nvPr/>
        </p:nvSpPr>
        <p:spPr>
          <a:xfrm>
            <a:off x="3230880" y="1341120"/>
            <a:ext cx="341376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6A4D8384-03C7-6974-3513-1151E4ECE9DA}"/>
              </a:ext>
            </a:extLst>
          </p:cNvPr>
          <p:cNvSpPr/>
          <p:nvPr/>
        </p:nvSpPr>
        <p:spPr>
          <a:xfrm>
            <a:off x="3389376" y="1731264"/>
            <a:ext cx="3108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3 kg  (jelly roll mass)</a:t>
            </a:r>
            <a:endParaRPr lang="en-US" sz="1267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DA561B99-7B9D-7EE6-A71F-52A91F8B360A}"/>
              </a:ext>
            </a:extLst>
          </p:cNvPr>
          <p:cNvSpPr/>
          <p:nvPr/>
        </p:nvSpPr>
        <p:spPr>
          <a:xfrm>
            <a:off x="3389376" y="1975104"/>
            <a:ext cx="3108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c_p = 1400 J/kg·K</a:t>
            </a:r>
            <a:endParaRPr lang="en-US" sz="1267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5F7FB5C3-38B9-0EC2-C6CB-516968215066}"/>
              </a:ext>
            </a:extLst>
          </p:cNvPr>
          <p:cNvSpPr/>
          <p:nvPr/>
        </p:nvSpPr>
        <p:spPr>
          <a:xfrm>
            <a:off x="3389376" y="2218944"/>
            <a:ext cx="3108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0.0709 m²  (outer surface)</a:t>
            </a:r>
            <a:endParaRPr lang="en-US" sz="1267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6DC2D44E-0F64-2740-3D02-D6E06FA993CE}"/>
              </a:ext>
            </a:extLst>
          </p:cNvPr>
          <p:cNvSpPr/>
          <p:nvPr/>
        </p:nvSpPr>
        <p:spPr>
          <a:xfrm>
            <a:off x="3230880" y="2621280"/>
            <a:ext cx="3413760" cy="999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8288BC64-AD8F-46FE-BA04-99F8F19AC830}"/>
              </a:ext>
            </a:extLst>
          </p:cNvPr>
          <p:cNvSpPr/>
          <p:nvPr/>
        </p:nvSpPr>
        <p:spPr>
          <a:xfrm>
            <a:off x="3389376" y="2682240"/>
            <a:ext cx="3108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  (R²)</a:t>
            </a:r>
            <a:endParaRPr lang="en-US" sz="1333" dirty="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9DAF941A-8A31-1917-21B2-F73A0FFD0BA6}"/>
              </a:ext>
            </a:extLst>
          </p:cNvPr>
          <p:cNvSpPr/>
          <p:nvPr/>
        </p:nvSpPr>
        <p:spPr>
          <a:xfrm>
            <a:off x="3389376" y="3023616"/>
            <a:ext cx="3108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RT:   0.931  ← good</a:t>
            </a:r>
            <a:endParaRPr lang="en-US" sz="1333" dirty="0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691D9842-7A3C-2FBC-BF93-BCFD94FE85E0}"/>
              </a:ext>
            </a:extLst>
          </p:cNvPr>
          <p:cNvSpPr/>
          <p:nvPr/>
        </p:nvSpPr>
        <p:spPr>
          <a:xfrm>
            <a:off x="3389376" y="3267456"/>
            <a:ext cx="3108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40°C: 0.839  (ΔT only 1°C)</a:t>
            </a:r>
            <a:endParaRPr lang="en-US" sz="1333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84A4336A-FC17-9DBC-AE7C-48161C014CCA}"/>
              </a:ext>
            </a:extLst>
          </p:cNvPr>
          <p:cNvSpPr/>
          <p:nvPr/>
        </p:nvSpPr>
        <p:spPr>
          <a:xfrm>
            <a:off x="3230880" y="3779520"/>
            <a:ext cx="3413760" cy="188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3994BE5C-5679-BAB1-5846-121CCDE994B2}"/>
              </a:ext>
            </a:extLst>
          </p:cNvPr>
          <p:cNvSpPr/>
          <p:nvPr/>
        </p:nvSpPr>
        <p:spPr>
          <a:xfrm>
            <a:off x="3389376" y="3852672"/>
            <a:ext cx="3108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33" dirty="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868788E5-3594-CA0E-985B-9293C6CCD5DC}"/>
              </a:ext>
            </a:extLst>
          </p:cNvPr>
          <p:cNvSpPr/>
          <p:nvPr/>
        </p:nvSpPr>
        <p:spPr>
          <a:xfrm>
            <a:off x="3389376" y="4194048"/>
            <a:ext cx="3108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Q_gen = 0 during OCV rest</a:t>
            </a:r>
            <a:endParaRPr lang="en-US" sz="1333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DC2FCE1E-FED3-1CC3-BAEC-3A3CFB48C9F2}"/>
              </a:ext>
            </a:extLst>
          </p:cNvPr>
          <p:cNvSpPr/>
          <p:nvPr/>
        </p:nvSpPr>
        <p:spPr>
          <a:xfrm>
            <a:off x="3389376" y="4535424"/>
            <a:ext cx="3108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ln(T − T∞) vs time</a:t>
            </a:r>
            <a:endParaRPr lang="en-US" sz="1333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D3F5E39F-7D72-94D7-CB33-B0DB7C268AC0}"/>
              </a:ext>
            </a:extLst>
          </p:cNvPr>
          <p:cNvSpPr/>
          <p:nvPr/>
        </p:nvSpPr>
        <p:spPr>
          <a:xfrm>
            <a:off x="3389376" y="4876800"/>
            <a:ext cx="3108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−1/τ</a:t>
            </a:r>
            <a:endParaRPr lang="en-US" sz="1333" dirty="0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4A67A0EE-2E11-93E3-31A3-CBDE699566E1}"/>
              </a:ext>
            </a:extLst>
          </p:cNvPr>
          <p:cNvSpPr/>
          <p:nvPr/>
        </p:nvSpPr>
        <p:spPr>
          <a:xfrm>
            <a:off x="3389376" y="5218176"/>
            <a:ext cx="3108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m·c_p / (τ · A)</a:t>
            </a:r>
            <a:endParaRPr lang="en-US" sz="1333" dirty="0"/>
          </a:p>
        </p:txBody>
      </p:sp>
      <p:graphicFrame>
        <p:nvGraphicFramePr>
          <p:cNvPr id="59" name="Chart 0">
            <a:extLst>
              <a:ext uri="{FF2B5EF4-FFF2-40B4-BE49-F238E27FC236}">
                <a16:creationId xmlns:a16="http://schemas.microsoft.com/office/drawing/2014/main" id="{2AA50E63-B060-198E-92AF-0E10849230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5042689"/>
              </p:ext>
            </p:extLst>
          </p:nvPr>
        </p:nvGraphicFramePr>
        <p:xfrm>
          <a:off x="6815909" y="1289231"/>
          <a:ext cx="493776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20092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3D71B-EE29-9A67-62D7-CD44AC84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8991538-8F4E-64EA-8210-D38B46CE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/>
              <a:t>Test 2- Internal Resistance R0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A2D0947-FB06-5131-51D3-2C3A3086E252}"/>
              </a:ext>
            </a:extLst>
          </p:cNvPr>
          <p:cNvSpPr/>
          <p:nvPr/>
        </p:nvSpPr>
        <p:spPr>
          <a:xfrm>
            <a:off x="237671" y="520627"/>
            <a:ext cx="1109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 × 10 s pulses at 10% SOC steps  |  R0 = |ΔV| / I  |  Mid-SOC average used as model value</a:t>
            </a:r>
            <a:endParaRPr lang="en-US" sz="1733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157B730-E040-6754-1043-66CED2690941}"/>
              </a:ext>
            </a:extLst>
          </p:cNvPr>
          <p:cNvSpPr/>
          <p:nvPr/>
        </p:nvSpPr>
        <p:spPr>
          <a:xfrm>
            <a:off x="390144" y="134112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B5194F9-C635-ACE0-D813-F28E9542CC52}"/>
              </a:ext>
            </a:extLst>
          </p:cNvPr>
          <p:cNvSpPr/>
          <p:nvPr/>
        </p:nvSpPr>
        <p:spPr>
          <a:xfrm>
            <a:off x="536448" y="1438656"/>
            <a:ext cx="232867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 mΩ</a:t>
            </a:r>
            <a:endParaRPr lang="en-US" sz="4267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235E7E5-BE44-5569-0F1C-557BE33A67B5}"/>
              </a:ext>
            </a:extLst>
          </p:cNvPr>
          <p:cNvSpPr/>
          <p:nvPr/>
        </p:nvSpPr>
        <p:spPr>
          <a:xfrm>
            <a:off x="536448" y="2048256"/>
            <a:ext cx="232867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mid-SOC avg</a:t>
            </a:r>
            <a:endParaRPr lang="en-US" sz="1467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24511CED-E454-5A4B-E78D-2019A22DFEA3}"/>
              </a:ext>
            </a:extLst>
          </p:cNvPr>
          <p:cNvSpPr/>
          <p:nvPr/>
        </p:nvSpPr>
        <p:spPr>
          <a:xfrm>
            <a:off x="536448" y="2292096"/>
            <a:ext cx="23286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 RT (23°C)</a:t>
            </a:r>
            <a:endParaRPr lang="en-US" sz="14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D0D3E67-8EFF-F12F-D312-E06F2D10DE1F}"/>
              </a:ext>
            </a:extLst>
          </p:cNvPr>
          <p:cNvSpPr/>
          <p:nvPr/>
        </p:nvSpPr>
        <p:spPr>
          <a:xfrm>
            <a:off x="390144" y="286512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02298ED7-8401-CD20-A9B8-9879A41CFA6C}"/>
              </a:ext>
            </a:extLst>
          </p:cNvPr>
          <p:cNvSpPr/>
          <p:nvPr/>
        </p:nvSpPr>
        <p:spPr>
          <a:xfrm>
            <a:off x="536448" y="2962656"/>
            <a:ext cx="232867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 mΩ</a:t>
            </a:r>
            <a:endParaRPr lang="en-US" sz="4267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0DF0BDE8-9E7F-68C4-276E-80C438753F96}"/>
              </a:ext>
            </a:extLst>
          </p:cNvPr>
          <p:cNvSpPr/>
          <p:nvPr/>
        </p:nvSpPr>
        <p:spPr>
          <a:xfrm>
            <a:off x="536448" y="3572256"/>
            <a:ext cx="232867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mid-SOC avg</a:t>
            </a:r>
            <a:endParaRPr lang="en-US" sz="1467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A4679282-1BC6-57EA-26A3-415C49DC947F}"/>
              </a:ext>
            </a:extLst>
          </p:cNvPr>
          <p:cNvSpPr/>
          <p:nvPr/>
        </p:nvSpPr>
        <p:spPr>
          <a:xfrm>
            <a:off x="536448" y="3816096"/>
            <a:ext cx="23286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 40°C</a:t>
            </a:r>
            <a:endParaRPr lang="en-US" sz="140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CD91BD8B-903E-2CDF-CF35-D770DB7CD359}"/>
              </a:ext>
            </a:extLst>
          </p:cNvPr>
          <p:cNvSpPr/>
          <p:nvPr/>
        </p:nvSpPr>
        <p:spPr>
          <a:xfrm>
            <a:off x="390144" y="438912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BCB06D3D-3C93-86E8-1DBC-4079AF349E67}"/>
              </a:ext>
            </a:extLst>
          </p:cNvPr>
          <p:cNvSpPr/>
          <p:nvPr/>
        </p:nvSpPr>
        <p:spPr>
          <a:xfrm>
            <a:off x="536448" y="4486656"/>
            <a:ext cx="232867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−3%</a:t>
            </a:r>
            <a:endParaRPr lang="en-US" sz="4267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4FECF3FC-508C-6D69-2D71-14495E63AF1B}"/>
              </a:ext>
            </a:extLst>
          </p:cNvPr>
          <p:cNvSpPr/>
          <p:nvPr/>
        </p:nvSpPr>
        <p:spPr>
          <a:xfrm>
            <a:off x="536448" y="5096256"/>
            <a:ext cx="232867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 at higher T ✓</a:t>
            </a:r>
            <a:endParaRPr lang="en-US" sz="1467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5AA9DD56-04B4-CC4E-158B-DECE99C3D6D9}"/>
              </a:ext>
            </a:extLst>
          </p:cNvPr>
          <p:cNvSpPr/>
          <p:nvPr/>
        </p:nvSpPr>
        <p:spPr>
          <a:xfrm>
            <a:off x="536448" y="5340096"/>
            <a:ext cx="23286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40°C / RT</a:t>
            </a:r>
            <a:endParaRPr lang="en-US" sz="1400" dirty="0"/>
          </a:p>
        </p:txBody>
      </p:sp>
      <p:graphicFrame>
        <p:nvGraphicFramePr>
          <p:cNvPr id="54" name="Chart 0">
            <a:extLst>
              <a:ext uri="{FF2B5EF4-FFF2-40B4-BE49-F238E27FC236}">
                <a16:creationId xmlns:a16="http://schemas.microsoft.com/office/drawing/2014/main" id="{A047F5EE-2565-A37F-CD16-F8925C049E71}"/>
              </a:ext>
            </a:extLst>
          </p:cNvPr>
          <p:cNvGraphicFramePr/>
          <p:nvPr/>
        </p:nvGraphicFramePr>
        <p:xfrm>
          <a:off x="3230880" y="1280160"/>
          <a:ext cx="5486400" cy="3901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8" name="Shape 47">
            <a:extLst>
              <a:ext uri="{FF2B5EF4-FFF2-40B4-BE49-F238E27FC236}">
                <a16:creationId xmlns:a16="http://schemas.microsoft.com/office/drawing/2014/main" id="{08E3F660-733B-E5DA-E412-8277DD11B966}"/>
              </a:ext>
            </a:extLst>
          </p:cNvPr>
          <p:cNvSpPr/>
          <p:nvPr/>
        </p:nvSpPr>
        <p:spPr>
          <a:xfrm>
            <a:off x="3230880" y="5303520"/>
            <a:ext cx="8558784" cy="1158240"/>
          </a:xfrm>
          <a:prstGeom prst="rect">
            <a:avLst/>
          </a:prstGeom>
          <a:solidFill>
            <a:srgbClr val="D6F0E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1" name="Text 48">
            <a:extLst>
              <a:ext uri="{FF2B5EF4-FFF2-40B4-BE49-F238E27FC236}">
                <a16:creationId xmlns:a16="http://schemas.microsoft.com/office/drawing/2014/main" id="{A52F6421-3AF4-5C70-3ED4-6AC1CE4C348C}"/>
              </a:ext>
            </a:extLst>
          </p:cNvPr>
          <p:cNvSpPr/>
          <p:nvPr/>
        </p:nvSpPr>
        <p:spPr>
          <a:xfrm>
            <a:off x="3389376" y="5364480"/>
            <a:ext cx="8290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R0 value: mid-SOC average (20–80% SOC) where response is flat and measurement is most reliable</a:t>
            </a:r>
            <a:endParaRPr lang="en-US" sz="1400" dirty="0"/>
          </a:p>
        </p:txBody>
      </p:sp>
      <p:sp>
        <p:nvSpPr>
          <p:cNvPr id="63" name="Text 49">
            <a:extLst>
              <a:ext uri="{FF2B5EF4-FFF2-40B4-BE49-F238E27FC236}">
                <a16:creationId xmlns:a16="http://schemas.microsoft.com/office/drawing/2014/main" id="{6CAC23A6-90C4-6BD4-14BB-5553EEDC63E1}"/>
              </a:ext>
            </a:extLst>
          </p:cNvPr>
          <p:cNvSpPr/>
          <p:nvPr/>
        </p:nvSpPr>
        <p:spPr>
          <a:xfrm>
            <a:off x="3389376" y="5754624"/>
            <a:ext cx="8290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RT: 2.028 mΩ  (0.002028 Ω)     |     40°C: 1.967 mΩ  (0.001967 Ω)     |     Data quality flags: Good ≤30 s lag · Acceptable ≤120 s · Caution &gt;120 s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2856008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8B78-A8EA-0420-5BDB-348B62D2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21F8C7-0628-9AB5-5E5B-7FE36338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/>
              <a:t>Thermal Model Concept </a:t>
            </a:r>
          </a:p>
        </p:txBody>
      </p:sp>
      <p:pic>
        <p:nvPicPr>
          <p:cNvPr id="2" name="Picture 1" descr="A diagram of a battery&#10;&#10;AI-generated content may be incorrect.">
            <a:extLst>
              <a:ext uri="{FF2B5EF4-FFF2-40B4-BE49-F238E27FC236}">
                <a16:creationId xmlns:a16="http://schemas.microsoft.com/office/drawing/2014/main" id="{EF106024-A646-8BA3-D28C-6286AB1F9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51" y="517407"/>
            <a:ext cx="9487371" cy="62559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0043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E9314-5135-98C3-89BE-172C7A1F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F753F08-BC81-F3BC-4DDE-6283B670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/>
              <a:t>Thermal Model Concept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FA961-E2E1-43AD-A3D2-C0599AF18855}"/>
              </a:ext>
            </a:extLst>
          </p:cNvPr>
          <p:cNvSpPr txBox="1"/>
          <p:nvPr/>
        </p:nvSpPr>
        <p:spPr>
          <a:xfrm>
            <a:off x="131704" y="625593"/>
            <a:ext cx="1178748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The cell is simplified into a 2-node thermal system:</a:t>
            </a:r>
          </a:p>
          <a:p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b="1"/>
              <a:t>Core (electrochemical region)</a:t>
            </a:r>
            <a:r>
              <a:rPr lang="en-US" sz="1400"/>
              <a:t> → heat generation + storage 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b="1"/>
              <a:t>Surface (cell can)</a:t>
            </a:r>
            <a:r>
              <a:rPr lang="en-US" sz="1400"/>
              <a:t> → heat dissipation to ambient </a:t>
            </a:r>
          </a:p>
          <a:p>
            <a:endParaRPr lang="en-US" sz="1400" dirty="0"/>
          </a:p>
          <a:p>
            <a:r>
              <a:rPr lang="en-US" sz="1400"/>
              <a:t>Heat flows in a 1D thermal path:</a:t>
            </a:r>
          </a:p>
          <a:p>
            <a:r>
              <a:rPr lang="en-US" sz="1400" b="1"/>
              <a:t>Core → Surface → Ambient</a:t>
            </a:r>
          </a:p>
          <a:p>
            <a:pPr algn="ctr"/>
            <a:endParaRPr lang="en-US" sz="1400"/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DCE590B-9DC4-75D9-01E9-425170997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313" y="303213"/>
            <a:ext cx="5221817" cy="19712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E7F9C-E5C6-B7C9-7EE1-01285C95F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336" y="2782636"/>
            <a:ext cx="5219600" cy="23489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diagram of equations&#10;&#10;AI-generated content may be incorrect.">
            <a:extLst>
              <a:ext uri="{FF2B5EF4-FFF2-40B4-BE49-F238E27FC236}">
                <a16:creationId xmlns:a16="http://schemas.microsoft.com/office/drawing/2014/main" id="{27DD34F7-EA06-A066-18C4-CBBBE4300A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" r="2553" b="88"/>
          <a:stretch>
            <a:fillRect/>
          </a:stretch>
        </p:blipFill>
        <p:spPr>
          <a:xfrm>
            <a:off x="127756" y="2415549"/>
            <a:ext cx="5547160" cy="27062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6580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1710-D4B1-9FE5-8766-5D2E11E3A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CC7AF7E-B304-4442-96AD-5EF19EE32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/>
              <a:t>Test 3- Calibration Cycling</a:t>
            </a: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BEB2D66D-5E77-5652-9FCC-00A9914E5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03" y="656888"/>
            <a:ext cx="11371140" cy="57257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7396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E294-E070-C04E-EC73-143EF83D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4EC14-705D-B6B8-7A91-3CC645BC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/>
              <a:t>Test 3- Calibration Cycling- Model</a:t>
            </a: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39C07EC4-F9CE-B7D1-D6DE-557AD78F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5" y="514126"/>
            <a:ext cx="11397670" cy="58167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C7BB8E-E51B-3F31-B6C5-FA0411F783F7}"/>
              </a:ext>
            </a:extLst>
          </p:cNvPr>
          <p:cNvSpPr txBox="1"/>
          <p:nvPr/>
        </p:nvSpPr>
        <p:spPr>
          <a:xfrm>
            <a:off x="128641" y="6335633"/>
            <a:ext cx="817098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Here, the model uses the surface </a:t>
            </a:r>
            <a:r>
              <a:rPr lang="en-US" sz="1400"/>
              <a:t>temperature</a:t>
            </a:r>
            <a:r>
              <a:rPr lang="en-US" sz="1400" dirty="0"/>
              <a:t> as the ambient condition</a:t>
            </a:r>
          </a:p>
          <a:p>
            <a:r>
              <a:rPr lang="en-US" sz="1400" dirty="0"/>
              <a:t>Next step: constant ambient temperature</a:t>
            </a:r>
          </a:p>
        </p:txBody>
      </p:sp>
    </p:spTree>
    <p:extLst>
      <p:ext uri="{BB962C8B-B14F-4D97-AF65-F5344CB8AC3E}">
        <p14:creationId xmlns:p14="http://schemas.microsoft.com/office/powerpoint/2010/main" val="334261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42089-2461-B4E6-B7B2-56D37AC2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53F06D-706B-1559-26BC-A82633F5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/>
              <a:t>Test 3- Calibration Cycling- Constant Ambient T</a:t>
            </a: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FA007223-D981-97D0-B265-892A9546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4" y="523788"/>
            <a:ext cx="11937830" cy="60642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9993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195E-A6EF-1F0F-1344-4C5DE39F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EF9A1D-08BA-AACF-753C-867C60FB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3911"/>
            <a:ext cx="10515600" cy="436564"/>
          </a:xfrm>
        </p:spPr>
        <p:txBody>
          <a:bodyPr>
            <a:normAutofit/>
          </a:bodyPr>
          <a:lstStyle/>
          <a:p>
            <a:r>
              <a:rPr lang="en-US" sz="2400" b="1" dirty="0"/>
              <a:t>Test 3- Calibration Cycling- </a:t>
            </a:r>
            <a:r>
              <a:rPr lang="en-US" sz="2400" b="1"/>
              <a:t>Constant Ambient T</a:t>
            </a:r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41BC80-052E-F6E2-DB6A-4F25580E7C4B}"/>
              </a:ext>
            </a:extLst>
          </p:cNvPr>
          <p:cNvSpPr txBox="1"/>
          <p:nvPr/>
        </p:nvSpPr>
        <p:spPr>
          <a:xfrm>
            <a:off x="330199" y="1092199"/>
            <a:ext cx="1062660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Next Steps:</a:t>
            </a:r>
          </a:p>
          <a:p>
            <a:endParaRPr lang="en-US" sz="2000" b="1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Determine why the model breaks for the surface temperatures (it gives nan C)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/>
              <a:t>Continue calibrating the model so that the RMSE is &lt;/= 1°C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/>
              <a:t>Try the model on other cells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2906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6c635-4d6f-4172-8134-02d943cd5f6c">
      <Terms xmlns="http://schemas.microsoft.com/office/infopath/2007/PartnerControls"/>
    </lcf76f155ced4ddcb4097134ff3c332f>
    <TaxCatchAll xmlns="5433d385-bd79-4350-8195-7f826efc415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8D8303B5B8F3429A1E85650CDBF609" ma:contentTypeVersion="13" ma:contentTypeDescription="Create a new document." ma:contentTypeScope="" ma:versionID="f7f37891b13f167d8e9fb40a60f86342">
  <xsd:schema xmlns:xsd="http://www.w3.org/2001/XMLSchema" xmlns:xs="http://www.w3.org/2001/XMLSchema" xmlns:p="http://schemas.microsoft.com/office/2006/metadata/properties" xmlns:ns2="8626c635-4d6f-4172-8134-02d943cd5f6c" xmlns:ns3="5433d385-bd79-4350-8195-7f826efc4151" targetNamespace="http://schemas.microsoft.com/office/2006/metadata/properties" ma:root="true" ma:fieldsID="ca2dc5231ea517b99adfa4c11af2589c" ns2:_="" ns3:_="">
    <xsd:import namespace="8626c635-4d6f-4172-8134-02d943cd5f6c"/>
    <xsd:import namespace="5433d385-bd79-4350-8195-7f826efc41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6c635-4d6f-4172-8134-02d943cd5f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3babeda-a2b4-4c6c-9b80-b78bf83b91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3d385-bd79-4350-8195-7f826efc4151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d8cab30-b543-4862-8f45-b41daa22651f}" ma:internalName="TaxCatchAll" ma:showField="CatchAllData" ma:web="5433d385-bd79-4350-8195-7f826efc41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081AFC-8B7D-4692-83A3-589003336FD9}">
  <ds:schemaRefs>
    <ds:schemaRef ds:uri="http://schemas.microsoft.com/office/2006/metadata/properties"/>
    <ds:schemaRef ds:uri="http://schemas.microsoft.com/office/infopath/2007/PartnerControls"/>
    <ds:schemaRef ds:uri="8626c635-4d6f-4172-8134-02d943cd5f6c"/>
    <ds:schemaRef ds:uri="5433d385-bd79-4350-8195-7f826efc4151"/>
  </ds:schemaRefs>
</ds:datastoreItem>
</file>

<file path=customXml/itemProps2.xml><?xml version="1.0" encoding="utf-8"?>
<ds:datastoreItem xmlns:ds="http://schemas.openxmlformats.org/officeDocument/2006/customXml" ds:itemID="{300895E4-E3DB-48AB-9590-A0D27B0279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26c635-4d6f-4172-8134-02d943cd5f6c"/>
    <ds:schemaRef ds:uri="5433d385-bd79-4350-8195-7f826efc41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0E6336-BA5C-4413-804C-89921783E7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Goal: Build a Predictive Thermal Model for Zn-MnO2 Cells</vt:lpstr>
      <vt:lpstr>Experimental Plan</vt:lpstr>
      <vt:lpstr>Experimental Set Up</vt:lpstr>
      <vt:lpstr>Test 1- Convection coefficient (h)</vt:lpstr>
      <vt:lpstr>Test 2- Internal Resistance R0</vt:lpstr>
      <vt:lpstr>Thermal Model Concept </vt:lpstr>
      <vt:lpstr>Thermal Model Concept </vt:lpstr>
      <vt:lpstr>Test 3- Calibration Cycling</vt:lpstr>
      <vt:lpstr>Test 3- Calibration Cycling- Model</vt:lpstr>
      <vt:lpstr>Test 3- Calibration Cycling- Constant Ambient T</vt:lpstr>
      <vt:lpstr>Test 3- Calibration Cycling- Constant Ambient 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242</cp:revision>
  <dcterms:created xsi:type="dcterms:W3CDTF">2026-04-02T18:41:35Z</dcterms:created>
  <dcterms:modified xsi:type="dcterms:W3CDTF">2026-04-21T18:58:20Z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0x010100EC8D8303B5B8F3429A1E85650CDBF609</vt:lpwstr>
  </property>
  <property fmtid="{D5CDD505-2E9C-101B-9397-08002B2CF9AE}" pid="3" name="MediaServiceImageTags">
    <vt:lpwstr/>
  </property>
</Properties>
</file>